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2" r:id="rId2"/>
    <p:sldId id="286" r:id="rId3"/>
    <p:sldId id="287" r:id="rId4"/>
    <p:sldId id="283" r:id="rId5"/>
    <p:sldId id="284" r:id="rId6"/>
    <p:sldId id="297" r:id="rId7"/>
    <p:sldId id="296" r:id="rId8"/>
    <p:sldId id="285" r:id="rId9"/>
    <p:sldId id="288" r:id="rId10"/>
    <p:sldId id="298" r:id="rId11"/>
    <p:sldId id="289" r:id="rId12"/>
    <p:sldId id="307" r:id="rId13"/>
    <p:sldId id="313" r:id="rId14"/>
    <p:sldId id="316" r:id="rId15"/>
    <p:sldId id="317" r:id="rId16"/>
    <p:sldId id="318" r:id="rId17"/>
    <p:sldId id="291" r:id="rId18"/>
    <p:sldId id="319" r:id="rId19"/>
    <p:sldId id="321" r:id="rId20"/>
    <p:sldId id="322" r:id="rId21"/>
    <p:sldId id="323" r:id="rId22"/>
    <p:sldId id="328" r:id="rId23"/>
    <p:sldId id="324" r:id="rId24"/>
    <p:sldId id="325" r:id="rId25"/>
    <p:sldId id="326" r:id="rId26"/>
    <p:sldId id="29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89FF"/>
    <a:srgbClr val="00FFFF"/>
    <a:srgbClr val="BDD7EE"/>
    <a:srgbClr val="E2D5E7"/>
    <a:srgbClr val="D5E8D4"/>
    <a:srgbClr val="F5B68B"/>
    <a:srgbClr val="CC66FF"/>
    <a:srgbClr val="223D71"/>
    <a:srgbClr val="FFEF9F"/>
    <a:srgbClr val="B0D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5439" autoAdjust="0"/>
  </p:normalViewPr>
  <p:slideViewPr>
    <p:cSldViewPr snapToGrid="0">
      <p:cViewPr varScale="1">
        <p:scale>
          <a:sx n="70" d="100"/>
          <a:sy n="70" d="100"/>
        </p:scale>
        <p:origin x="10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7513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843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252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665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28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50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897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25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8238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288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303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C5806-11A2-441C-9F34-4D0BB07FF326}" type="datetimeFigureOut">
              <a:rPr lang="es-ES" smtClean="0"/>
              <a:t>16/06/2026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C98AC-DFCC-4B98-9346-A249391ADF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718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svn9-xV7wjk?si=gpwRxnX8KVOAUzX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9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hyperlink" Target="https://github.com/ymp5078/AI-SAM" TargetMode="External"/><Relationship Id="rId4" Type="http://schemas.openxmlformats.org/officeDocument/2006/relationships/image" Target="../media/image7.sv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es-ES/index/clip/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21.png"/><Relationship Id="rId4" Type="http://schemas.openxmlformats.org/officeDocument/2006/relationships/image" Target="../media/image1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17.sv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7CE4FE7-C0CA-449B-A0D9-5F6DE8E620EA}"/>
              </a:ext>
            </a:extLst>
          </p:cNvPr>
          <p:cNvSpPr txBox="1"/>
          <p:nvPr/>
        </p:nvSpPr>
        <p:spPr>
          <a:xfrm>
            <a:off x="765703" y="1187171"/>
            <a:ext cx="7612593" cy="458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5000" dirty="0">
                <a:latin typeface="Arial Black" panose="020B0A04020102020204" pitchFamily="34" charset="0"/>
                <a:ea typeface="Yu Gothic Medium" panose="020B0500000000000000" pitchFamily="34" charset="-128"/>
              </a:rPr>
              <a:t>EXPLORING THE MASK RELEVANCE IN TEXT-OBJECT RETRIEVAL</a:t>
            </a:r>
          </a:p>
        </p:txBody>
      </p:sp>
    </p:spTree>
    <p:extLst>
      <p:ext uri="{BB962C8B-B14F-4D97-AF65-F5344CB8AC3E}">
        <p14:creationId xmlns:p14="http://schemas.microsoft.com/office/powerpoint/2010/main" val="225961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99100D2A-89F6-4C95-BB0B-C7CDF27043A5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2949823" y="101019"/>
            <a:ext cx="3102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Pipeline idea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84AD6F0F-F9C3-4BEA-99EC-DC95B3557C23}"/>
              </a:ext>
            </a:extLst>
          </p:cNvPr>
          <p:cNvSpPr/>
          <p:nvPr/>
        </p:nvSpPr>
        <p:spPr>
          <a:xfrm>
            <a:off x="2327631" y="2086608"/>
            <a:ext cx="4346511" cy="805751"/>
          </a:xfrm>
          <a:prstGeom prst="roundRect">
            <a:avLst>
              <a:gd name="adj" fmla="val 39506"/>
            </a:avLst>
          </a:prstGeom>
          <a:solidFill>
            <a:srgbClr val="74B44C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C4DD1F-3A6F-4404-B34A-56427D45F6DE}"/>
              </a:ext>
            </a:extLst>
          </p:cNvPr>
          <p:cNvSpPr txBox="1"/>
          <p:nvPr/>
        </p:nvSpPr>
        <p:spPr>
          <a:xfrm>
            <a:off x="2570714" y="2189795"/>
            <a:ext cx="3860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Segmentation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model</a:t>
            </a:r>
            <a:endParaRPr lang="es-ES" sz="4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7E706A8-82DF-4F03-97C5-2EEEE941523F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4500883" y="2892359"/>
            <a:ext cx="4" cy="74298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A3F8C2C-441A-49B9-A3EB-CD8BE6B4DA22}"/>
              </a:ext>
            </a:extLst>
          </p:cNvPr>
          <p:cNvSpPr/>
          <p:nvPr/>
        </p:nvSpPr>
        <p:spPr>
          <a:xfrm>
            <a:off x="2763536" y="3618783"/>
            <a:ext cx="3495008" cy="742984"/>
          </a:xfrm>
          <a:prstGeom prst="roundRect">
            <a:avLst>
              <a:gd name="adj" fmla="val 39506"/>
            </a:avLst>
          </a:prstGeom>
          <a:solidFill>
            <a:srgbClr val="74B44C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D56CCD84-B2F6-4E28-9FFC-DB0EBDC42A7C}"/>
              </a:ext>
            </a:extLst>
          </p:cNvPr>
          <p:cNvSpPr/>
          <p:nvPr/>
        </p:nvSpPr>
        <p:spPr>
          <a:xfrm>
            <a:off x="3586480" y="903597"/>
            <a:ext cx="1828800" cy="726423"/>
          </a:xfrm>
          <a:prstGeom prst="roundRect">
            <a:avLst>
              <a:gd name="adj" fmla="val 39506"/>
            </a:avLst>
          </a:prstGeom>
          <a:solidFill>
            <a:srgbClr val="A7D08E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40724BE-BFA5-4C88-B29A-75639D49432D}"/>
              </a:ext>
            </a:extLst>
          </p:cNvPr>
          <p:cNvCxnSpPr>
            <a:cxnSpLocks/>
            <a:stCxn id="24" idx="2"/>
            <a:endCxn id="13" idx="0"/>
          </p:cNvCxnSpPr>
          <p:nvPr/>
        </p:nvCxnSpPr>
        <p:spPr>
          <a:xfrm>
            <a:off x="4500880" y="1630020"/>
            <a:ext cx="7" cy="4565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7A46C58-A909-4289-98AE-4D12F7C7FF4A}"/>
              </a:ext>
            </a:extLst>
          </p:cNvPr>
          <p:cNvSpPr txBox="1"/>
          <p:nvPr/>
        </p:nvSpPr>
        <p:spPr>
          <a:xfrm>
            <a:off x="3858719" y="965202"/>
            <a:ext cx="1284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Image</a:t>
            </a:r>
            <a:endParaRPr lang="es-ES" sz="2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C8B9218-3EE6-4B0A-9D32-E6060D3FC7DA}"/>
              </a:ext>
            </a:extLst>
          </p:cNvPr>
          <p:cNvSpPr txBox="1"/>
          <p:nvPr/>
        </p:nvSpPr>
        <p:spPr>
          <a:xfrm>
            <a:off x="3249576" y="3697019"/>
            <a:ext cx="2502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Text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Encoder</a:t>
            </a:r>
            <a:endParaRPr lang="es-ES" sz="4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CB744C78-A234-45FF-90E4-99ED863CF4CA}"/>
              </a:ext>
            </a:extLst>
          </p:cNvPr>
          <p:cNvSpPr/>
          <p:nvPr/>
        </p:nvSpPr>
        <p:spPr>
          <a:xfrm>
            <a:off x="208630" y="2519902"/>
            <a:ext cx="2071129" cy="1364038"/>
          </a:xfrm>
          <a:prstGeom prst="roundRect">
            <a:avLst>
              <a:gd name="adj" fmla="val 39506"/>
            </a:avLst>
          </a:prstGeom>
          <a:solidFill>
            <a:srgbClr val="74B44C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94F8277-B010-4E05-A925-D8B252347CB1}"/>
              </a:ext>
            </a:extLst>
          </p:cNvPr>
          <p:cNvSpPr txBox="1"/>
          <p:nvPr/>
        </p:nvSpPr>
        <p:spPr>
          <a:xfrm>
            <a:off x="312650" y="2705517"/>
            <a:ext cx="18630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Text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Prompt</a:t>
            </a:r>
            <a:endParaRPr lang="es-ES" sz="4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037D6B7B-222C-4DFC-8505-0958734A7A26}"/>
              </a:ext>
            </a:extLst>
          </p:cNvPr>
          <p:cNvCxnSpPr>
            <a:cxnSpLocks/>
            <a:stCxn id="19" idx="2"/>
            <a:endCxn id="44" idx="0"/>
          </p:cNvCxnSpPr>
          <p:nvPr/>
        </p:nvCxnSpPr>
        <p:spPr>
          <a:xfrm>
            <a:off x="4511040" y="4361767"/>
            <a:ext cx="0" cy="50701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CF85F7F3-F75B-426D-B056-031BD2E484FB}"/>
              </a:ext>
            </a:extLst>
          </p:cNvPr>
          <p:cNvSpPr/>
          <p:nvPr/>
        </p:nvSpPr>
        <p:spPr>
          <a:xfrm>
            <a:off x="2677275" y="4868786"/>
            <a:ext cx="3667530" cy="799945"/>
          </a:xfrm>
          <a:prstGeom prst="roundRect">
            <a:avLst>
              <a:gd name="adj" fmla="val 39506"/>
            </a:avLst>
          </a:prstGeom>
          <a:solidFill>
            <a:srgbClr val="476F2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86F8B366-FF26-4BB5-B706-7548AA9BA39F}"/>
              </a:ext>
            </a:extLst>
          </p:cNvPr>
          <p:cNvSpPr txBox="1"/>
          <p:nvPr/>
        </p:nvSpPr>
        <p:spPr>
          <a:xfrm>
            <a:off x="3050002" y="5007148"/>
            <a:ext cx="2901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Selected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</a:t>
            </a:r>
            <a:endParaRPr lang="es-ES" sz="48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61" name="Conector recto de flecha 60">
            <a:extLst>
              <a:ext uri="{FF2B5EF4-FFF2-40B4-BE49-F238E27FC236}">
                <a16:creationId xmlns:a16="http://schemas.microsoft.com/office/drawing/2014/main" id="{F43D8DA4-68A5-4C4F-8B3E-CCC0C0FF953D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2279759" y="3201921"/>
            <a:ext cx="22211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77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730FA80-D8D3-497C-9B92-C2ABBF0F4D4C}"/>
              </a:ext>
            </a:extLst>
          </p:cNvPr>
          <p:cNvCxnSpPr>
            <a:cxnSpLocks/>
          </p:cNvCxnSpPr>
          <p:nvPr/>
        </p:nvCxnSpPr>
        <p:spPr>
          <a:xfrm>
            <a:off x="4500880" y="1188720"/>
            <a:ext cx="0" cy="4521200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upo 3">
            <a:extLst>
              <a:ext uri="{FF2B5EF4-FFF2-40B4-BE49-F238E27FC236}">
                <a16:creationId xmlns:a16="http://schemas.microsoft.com/office/drawing/2014/main" id="{DD9454F0-AB5A-45A9-BBCB-65D90C7A4BD1}"/>
              </a:ext>
            </a:extLst>
          </p:cNvPr>
          <p:cNvGrpSpPr/>
          <p:nvPr/>
        </p:nvGrpSpPr>
        <p:grpSpPr>
          <a:xfrm>
            <a:off x="107030" y="1869714"/>
            <a:ext cx="4286536" cy="3159211"/>
            <a:chOff x="208630" y="903597"/>
            <a:chExt cx="6465512" cy="4765134"/>
          </a:xfrm>
        </p:grpSpPr>
        <p:sp>
          <p:nvSpPr>
            <p:cNvPr id="13" name="Rectángulo: esquinas redondeadas 12">
              <a:extLst>
                <a:ext uri="{FF2B5EF4-FFF2-40B4-BE49-F238E27FC236}">
                  <a16:creationId xmlns:a16="http://schemas.microsoft.com/office/drawing/2014/main" id="{D1E6B2DB-5800-4E40-9BAE-B832B3A2004D}"/>
                </a:ext>
              </a:extLst>
            </p:cNvPr>
            <p:cNvSpPr/>
            <p:nvPr/>
          </p:nvSpPr>
          <p:spPr>
            <a:xfrm>
              <a:off x="2327631" y="2086608"/>
              <a:ext cx="4346511" cy="805751"/>
            </a:xfrm>
            <a:prstGeom prst="roundRect">
              <a:avLst>
                <a:gd name="adj" fmla="val 39506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8423CD6-45E2-44D9-A494-51C2663F9FFD}"/>
                </a:ext>
              </a:extLst>
            </p:cNvPr>
            <p:cNvSpPr txBox="1"/>
            <p:nvPr/>
          </p:nvSpPr>
          <p:spPr>
            <a:xfrm>
              <a:off x="3835739" y="2189796"/>
              <a:ext cx="1330307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5BF0F6D8-2DCE-43A7-982A-7BE7B3DDAF85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 flipH="1">
              <a:off x="4500883" y="2892359"/>
              <a:ext cx="4" cy="7429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6FC101BB-BADD-4ACD-9549-7EA5A84AA237}"/>
                </a:ext>
              </a:extLst>
            </p:cNvPr>
            <p:cNvSpPr/>
            <p:nvPr/>
          </p:nvSpPr>
          <p:spPr>
            <a:xfrm>
              <a:off x="2763536" y="3618783"/>
              <a:ext cx="3495008" cy="742984"/>
            </a:xfrm>
            <a:prstGeom prst="roundRect">
              <a:avLst>
                <a:gd name="adj" fmla="val 39506"/>
              </a:avLst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03858AB6-3C8D-49C0-89D4-DA86D5D24568}"/>
                </a:ext>
              </a:extLst>
            </p:cNvPr>
            <p:cNvSpPr/>
            <p:nvPr/>
          </p:nvSpPr>
          <p:spPr>
            <a:xfrm>
              <a:off x="3586480" y="903597"/>
              <a:ext cx="1828800" cy="726423"/>
            </a:xfrm>
            <a:prstGeom prst="roundRect">
              <a:avLst>
                <a:gd name="adj" fmla="val 39506"/>
              </a:avLst>
            </a:prstGeom>
            <a:solidFill>
              <a:srgbClr val="A7D08E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8" name="Conector recto de flecha 17">
              <a:extLst>
                <a:ext uri="{FF2B5EF4-FFF2-40B4-BE49-F238E27FC236}">
                  <a16:creationId xmlns:a16="http://schemas.microsoft.com/office/drawing/2014/main" id="{E68722D5-7BE7-43FA-B81C-5E8640058503}"/>
                </a:ext>
              </a:extLst>
            </p:cNvPr>
            <p:cNvCxnSpPr>
              <a:cxnSpLocks/>
              <a:stCxn id="17" idx="2"/>
              <a:endCxn id="13" idx="0"/>
            </p:cNvCxnSpPr>
            <p:nvPr/>
          </p:nvCxnSpPr>
          <p:spPr>
            <a:xfrm>
              <a:off x="4500880" y="1630020"/>
              <a:ext cx="7" cy="456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B343F056-207A-441E-80BC-84FF5EE1574B}"/>
                </a:ext>
              </a:extLst>
            </p:cNvPr>
            <p:cNvSpPr txBox="1"/>
            <p:nvPr/>
          </p:nvSpPr>
          <p:spPr>
            <a:xfrm>
              <a:off x="3768028" y="965202"/>
              <a:ext cx="1465705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Image</a:t>
              </a:r>
              <a:endParaRPr lang="es-ES" sz="2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566FA20-AB2C-440E-9355-B4760C6945F6}"/>
                </a:ext>
              </a:extLst>
            </p:cNvPr>
            <p:cNvSpPr txBox="1"/>
            <p:nvPr/>
          </p:nvSpPr>
          <p:spPr>
            <a:xfrm>
              <a:off x="3939695" y="3697019"/>
              <a:ext cx="1122370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CLIP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21" name="Rectángulo: esquinas redondeadas 20">
              <a:extLst>
                <a:ext uri="{FF2B5EF4-FFF2-40B4-BE49-F238E27FC236}">
                  <a16:creationId xmlns:a16="http://schemas.microsoft.com/office/drawing/2014/main" id="{2497556A-461F-4032-AC31-AE8115C141A5}"/>
                </a:ext>
              </a:extLst>
            </p:cNvPr>
            <p:cNvSpPr/>
            <p:nvPr/>
          </p:nvSpPr>
          <p:spPr>
            <a:xfrm>
              <a:off x="208630" y="2519902"/>
              <a:ext cx="2071129" cy="1364038"/>
            </a:xfrm>
            <a:prstGeom prst="roundRect">
              <a:avLst>
                <a:gd name="adj" fmla="val 39506"/>
              </a:avLst>
            </a:prstGeom>
            <a:solidFill>
              <a:srgbClr val="74B44C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E6161103-4970-430F-B54D-6A6F4B0ABDD6}"/>
                </a:ext>
              </a:extLst>
            </p:cNvPr>
            <p:cNvSpPr txBox="1"/>
            <p:nvPr/>
          </p:nvSpPr>
          <p:spPr>
            <a:xfrm>
              <a:off x="312650" y="2705516"/>
              <a:ext cx="1863087" cy="1067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Text </a:t>
              </a:r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Prompt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EE4AEC4C-214D-4197-B7BF-98E6D30F9C27}"/>
                </a:ext>
              </a:extLst>
            </p:cNvPr>
            <p:cNvCxnSpPr>
              <a:cxnSpLocks/>
              <a:stCxn id="16" idx="2"/>
              <a:endCxn id="24" idx="0"/>
            </p:cNvCxnSpPr>
            <p:nvPr/>
          </p:nvCxnSpPr>
          <p:spPr>
            <a:xfrm>
              <a:off x="4511040" y="4361767"/>
              <a:ext cx="0" cy="5070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BBC5B7D6-FAB4-4FE7-B807-88B5304390A3}"/>
                </a:ext>
              </a:extLst>
            </p:cNvPr>
            <p:cNvSpPr/>
            <p:nvPr/>
          </p:nvSpPr>
          <p:spPr>
            <a:xfrm>
              <a:off x="2677275" y="4868786"/>
              <a:ext cx="3667530" cy="799945"/>
            </a:xfrm>
            <a:prstGeom prst="roundRect">
              <a:avLst>
                <a:gd name="adj" fmla="val 39506"/>
              </a:avLst>
            </a:prstGeom>
            <a:solidFill>
              <a:srgbClr val="476F2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54D43207-4BC0-4B48-A98A-ADA439F25734}"/>
                </a:ext>
              </a:extLst>
            </p:cNvPr>
            <p:cNvSpPr txBox="1"/>
            <p:nvPr/>
          </p:nvSpPr>
          <p:spPr>
            <a:xfrm>
              <a:off x="2895180" y="5007149"/>
              <a:ext cx="3211398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Selected</a:t>
              </a:r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Object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E5691C27-1002-4386-A737-F9AD59762AF4}"/>
                </a:ext>
              </a:extLst>
            </p:cNvPr>
            <p:cNvCxnSpPr>
              <a:cxnSpLocks/>
              <a:stCxn id="21" idx="3"/>
            </p:cNvCxnSpPr>
            <p:nvPr/>
          </p:nvCxnSpPr>
          <p:spPr>
            <a:xfrm>
              <a:off x="2279759" y="3201921"/>
              <a:ext cx="222112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45553D25-01AA-428C-989E-5071481879BE}"/>
              </a:ext>
            </a:extLst>
          </p:cNvPr>
          <p:cNvGrpSpPr/>
          <p:nvPr/>
        </p:nvGrpSpPr>
        <p:grpSpPr>
          <a:xfrm>
            <a:off x="4710794" y="1869714"/>
            <a:ext cx="4286536" cy="3159211"/>
            <a:chOff x="208630" y="903597"/>
            <a:chExt cx="6465512" cy="4765134"/>
          </a:xfrm>
        </p:grpSpPr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6A6CBD61-5FE0-4AC0-9E93-F4F8E98FD693}"/>
                </a:ext>
              </a:extLst>
            </p:cNvPr>
            <p:cNvSpPr/>
            <p:nvPr/>
          </p:nvSpPr>
          <p:spPr>
            <a:xfrm>
              <a:off x="2327631" y="2086608"/>
              <a:ext cx="4346511" cy="805751"/>
            </a:xfrm>
            <a:prstGeom prst="roundRect">
              <a:avLst>
                <a:gd name="adj" fmla="val 39506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DB3C1821-6CDD-44F9-90A9-D8B70DF0190B}"/>
                </a:ext>
              </a:extLst>
            </p:cNvPr>
            <p:cNvSpPr txBox="1"/>
            <p:nvPr/>
          </p:nvSpPr>
          <p:spPr>
            <a:xfrm>
              <a:off x="3915528" y="2189796"/>
              <a:ext cx="1170728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cxnSp>
          <p:nvCxnSpPr>
            <p:cNvPr id="45" name="Conector recto de flecha 44">
              <a:extLst>
                <a:ext uri="{FF2B5EF4-FFF2-40B4-BE49-F238E27FC236}">
                  <a16:creationId xmlns:a16="http://schemas.microsoft.com/office/drawing/2014/main" id="{636E2787-CBC6-48DF-A3C1-5C76D7DB11AC}"/>
                </a:ext>
              </a:extLst>
            </p:cNvPr>
            <p:cNvCxnSpPr>
              <a:cxnSpLocks/>
              <a:stCxn id="43" idx="2"/>
            </p:cNvCxnSpPr>
            <p:nvPr/>
          </p:nvCxnSpPr>
          <p:spPr>
            <a:xfrm flipH="1">
              <a:off x="4500883" y="2892359"/>
              <a:ext cx="4" cy="74298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ángulo: esquinas redondeadas 45">
              <a:extLst>
                <a:ext uri="{FF2B5EF4-FFF2-40B4-BE49-F238E27FC236}">
                  <a16:creationId xmlns:a16="http://schemas.microsoft.com/office/drawing/2014/main" id="{42CEB9EA-CF0A-4F7F-82E8-BF16691AA175}"/>
                </a:ext>
              </a:extLst>
            </p:cNvPr>
            <p:cNvSpPr/>
            <p:nvPr/>
          </p:nvSpPr>
          <p:spPr>
            <a:xfrm>
              <a:off x="2763536" y="3618783"/>
              <a:ext cx="3495008" cy="742984"/>
            </a:xfrm>
            <a:prstGeom prst="roundRect">
              <a:avLst>
                <a:gd name="adj" fmla="val 39506"/>
              </a:avLst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ángulo: esquinas redondeadas 46">
              <a:extLst>
                <a:ext uri="{FF2B5EF4-FFF2-40B4-BE49-F238E27FC236}">
                  <a16:creationId xmlns:a16="http://schemas.microsoft.com/office/drawing/2014/main" id="{F223519E-0F7A-4F7C-B3E1-1B705C16BFA8}"/>
                </a:ext>
              </a:extLst>
            </p:cNvPr>
            <p:cNvSpPr/>
            <p:nvPr/>
          </p:nvSpPr>
          <p:spPr>
            <a:xfrm>
              <a:off x="3586480" y="903597"/>
              <a:ext cx="1828800" cy="726423"/>
            </a:xfrm>
            <a:prstGeom prst="roundRect">
              <a:avLst>
                <a:gd name="adj" fmla="val 39506"/>
              </a:avLst>
            </a:prstGeom>
            <a:solidFill>
              <a:srgbClr val="A7D08E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48" name="Conector recto de flecha 47">
              <a:extLst>
                <a:ext uri="{FF2B5EF4-FFF2-40B4-BE49-F238E27FC236}">
                  <a16:creationId xmlns:a16="http://schemas.microsoft.com/office/drawing/2014/main" id="{45ACE561-D121-422D-9934-E673AF193A82}"/>
                </a:ext>
              </a:extLst>
            </p:cNvPr>
            <p:cNvCxnSpPr>
              <a:cxnSpLocks/>
              <a:stCxn id="47" idx="2"/>
              <a:endCxn id="43" idx="0"/>
            </p:cNvCxnSpPr>
            <p:nvPr/>
          </p:nvCxnSpPr>
          <p:spPr>
            <a:xfrm>
              <a:off x="4500880" y="1630020"/>
              <a:ext cx="7" cy="456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CuadroTexto 48">
              <a:extLst>
                <a:ext uri="{FF2B5EF4-FFF2-40B4-BE49-F238E27FC236}">
                  <a16:creationId xmlns:a16="http://schemas.microsoft.com/office/drawing/2014/main" id="{2E76E327-CA3B-471B-BA2C-63776910FA69}"/>
                </a:ext>
              </a:extLst>
            </p:cNvPr>
            <p:cNvSpPr txBox="1"/>
            <p:nvPr/>
          </p:nvSpPr>
          <p:spPr>
            <a:xfrm>
              <a:off x="3768028" y="965202"/>
              <a:ext cx="1465705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Image</a:t>
              </a:r>
              <a:endParaRPr lang="es-ES" sz="2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50" name="CuadroTexto 49">
              <a:extLst>
                <a:ext uri="{FF2B5EF4-FFF2-40B4-BE49-F238E27FC236}">
                  <a16:creationId xmlns:a16="http://schemas.microsoft.com/office/drawing/2014/main" id="{0ADAF29D-8E71-4274-9626-578567765962}"/>
                </a:ext>
              </a:extLst>
            </p:cNvPr>
            <p:cNvSpPr txBox="1"/>
            <p:nvPr/>
          </p:nvSpPr>
          <p:spPr>
            <a:xfrm>
              <a:off x="3939695" y="3697019"/>
              <a:ext cx="1122370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CLIP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sp>
          <p:nvSpPr>
            <p:cNvPr id="51" name="Rectángulo: esquinas redondeadas 50">
              <a:extLst>
                <a:ext uri="{FF2B5EF4-FFF2-40B4-BE49-F238E27FC236}">
                  <a16:creationId xmlns:a16="http://schemas.microsoft.com/office/drawing/2014/main" id="{6455EB63-B65E-4CD4-9F6B-FB0EEDCEFD36}"/>
                </a:ext>
              </a:extLst>
            </p:cNvPr>
            <p:cNvSpPr/>
            <p:nvPr/>
          </p:nvSpPr>
          <p:spPr>
            <a:xfrm>
              <a:off x="208630" y="2519902"/>
              <a:ext cx="2071129" cy="1364038"/>
            </a:xfrm>
            <a:prstGeom prst="roundRect">
              <a:avLst>
                <a:gd name="adj" fmla="val 39506"/>
              </a:avLst>
            </a:prstGeom>
            <a:solidFill>
              <a:srgbClr val="74B44C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8D939BB7-24DE-477D-93CD-8B36C9615EA8}"/>
                </a:ext>
              </a:extLst>
            </p:cNvPr>
            <p:cNvSpPr txBox="1"/>
            <p:nvPr/>
          </p:nvSpPr>
          <p:spPr>
            <a:xfrm>
              <a:off x="312650" y="2705516"/>
              <a:ext cx="1863087" cy="10677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Text </a:t>
              </a:r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Prompt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cxnSp>
          <p:nvCxnSpPr>
            <p:cNvPr id="53" name="Conector recto de flecha 52">
              <a:extLst>
                <a:ext uri="{FF2B5EF4-FFF2-40B4-BE49-F238E27FC236}">
                  <a16:creationId xmlns:a16="http://schemas.microsoft.com/office/drawing/2014/main" id="{C463E4CA-6CD4-435B-A430-A1F92F52370F}"/>
                </a:ext>
              </a:extLst>
            </p:cNvPr>
            <p:cNvCxnSpPr>
              <a:cxnSpLocks/>
              <a:stCxn id="46" idx="2"/>
              <a:endCxn id="54" idx="0"/>
            </p:cNvCxnSpPr>
            <p:nvPr/>
          </p:nvCxnSpPr>
          <p:spPr>
            <a:xfrm>
              <a:off x="4511040" y="4361767"/>
              <a:ext cx="0" cy="50701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Rectángulo: esquinas redondeadas 53">
              <a:extLst>
                <a:ext uri="{FF2B5EF4-FFF2-40B4-BE49-F238E27FC236}">
                  <a16:creationId xmlns:a16="http://schemas.microsoft.com/office/drawing/2014/main" id="{96EB2B35-70DF-4960-A589-D8556D1F236D}"/>
                </a:ext>
              </a:extLst>
            </p:cNvPr>
            <p:cNvSpPr/>
            <p:nvPr/>
          </p:nvSpPr>
          <p:spPr>
            <a:xfrm>
              <a:off x="2677275" y="4868786"/>
              <a:ext cx="3667530" cy="799945"/>
            </a:xfrm>
            <a:prstGeom prst="roundRect">
              <a:avLst>
                <a:gd name="adj" fmla="val 39506"/>
              </a:avLst>
            </a:prstGeom>
            <a:solidFill>
              <a:srgbClr val="476F2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5" name="CuadroTexto 54">
              <a:extLst>
                <a:ext uri="{FF2B5EF4-FFF2-40B4-BE49-F238E27FC236}">
                  <a16:creationId xmlns:a16="http://schemas.microsoft.com/office/drawing/2014/main" id="{DC89719D-CBAE-492F-A86E-87E9E472467B}"/>
                </a:ext>
              </a:extLst>
            </p:cNvPr>
            <p:cNvSpPr txBox="1"/>
            <p:nvPr/>
          </p:nvSpPr>
          <p:spPr>
            <a:xfrm>
              <a:off x="2895180" y="5007149"/>
              <a:ext cx="3211398" cy="603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Selected</a:t>
              </a:r>
              <a:r>
                <a:rPr lang="es-ES" sz="20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0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Object</a:t>
              </a:r>
              <a:endParaRPr lang="es-ES" sz="40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  <p:cxnSp>
          <p:nvCxnSpPr>
            <p:cNvPr id="56" name="Conector recto de flecha 55">
              <a:extLst>
                <a:ext uri="{FF2B5EF4-FFF2-40B4-BE49-F238E27FC236}">
                  <a16:creationId xmlns:a16="http://schemas.microsoft.com/office/drawing/2014/main" id="{B0345226-670F-42DE-BF8F-1C25DB49A78D}"/>
                </a:ext>
              </a:extLst>
            </p:cNvPr>
            <p:cNvCxnSpPr>
              <a:cxnSpLocks/>
              <a:stCxn id="51" idx="3"/>
            </p:cNvCxnSpPr>
            <p:nvPr/>
          </p:nvCxnSpPr>
          <p:spPr>
            <a:xfrm>
              <a:off x="2279759" y="3201921"/>
              <a:ext cx="2221121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7B9636C2-6CEE-98DD-E549-3B3B4B464266}"/>
              </a:ext>
            </a:extLst>
          </p:cNvPr>
          <p:cNvSpPr txBox="1"/>
          <p:nvPr/>
        </p:nvSpPr>
        <p:spPr>
          <a:xfrm>
            <a:off x="1630557" y="101019"/>
            <a:ext cx="57406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Comparing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YOLO &amp; SAM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E78EB4A-7E81-54CF-7DCA-DFBC642C6D24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175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1931106" y="101019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Segmentation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274551E-0FB6-4FDE-BCA9-766E499890CA}"/>
              </a:ext>
            </a:extLst>
          </p:cNvPr>
          <p:cNvSpPr/>
          <p:nvPr/>
        </p:nvSpPr>
        <p:spPr>
          <a:xfrm>
            <a:off x="373125" y="2100495"/>
            <a:ext cx="3690873" cy="2414327"/>
          </a:xfrm>
          <a:prstGeom prst="roundRect">
            <a:avLst>
              <a:gd name="adj" fmla="val 28594"/>
            </a:avLst>
          </a:prstGeom>
          <a:solidFill>
            <a:srgbClr val="FF99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7C87AA9-9CDD-4340-AE23-206811288966}"/>
              </a:ext>
            </a:extLst>
          </p:cNvPr>
          <p:cNvSpPr txBox="1"/>
          <p:nvPr/>
        </p:nvSpPr>
        <p:spPr>
          <a:xfrm>
            <a:off x="974470" y="2753660"/>
            <a:ext cx="248818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600" dirty="0">
                <a:latin typeface="Segoe UI Black" panose="020B0A02040204020203" pitchFamily="34" charset="0"/>
                <a:ea typeface="Segoe UI Black" panose="020B0A02040204020203" pitchFamily="34" charset="0"/>
              </a:rPr>
              <a:t>YOLO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0730FA80-D8D3-497C-9B92-C2ABBF0F4D4C}"/>
              </a:ext>
            </a:extLst>
          </p:cNvPr>
          <p:cNvCxnSpPr>
            <a:cxnSpLocks/>
          </p:cNvCxnSpPr>
          <p:nvPr/>
        </p:nvCxnSpPr>
        <p:spPr>
          <a:xfrm>
            <a:off x="4500880" y="1400516"/>
            <a:ext cx="0" cy="4309404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1D9CA38-9A77-483B-B44B-22F7D33C6368}"/>
              </a:ext>
            </a:extLst>
          </p:cNvPr>
          <p:cNvSpPr/>
          <p:nvPr/>
        </p:nvSpPr>
        <p:spPr>
          <a:xfrm>
            <a:off x="5080002" y="2100495"/>
            <a:ext cx="3690873" cy="2414327"/>
          </a:xfrm>
          <a:prstGeom prst="roundRect">
            <a:avLst>
              <a:gd name="adj" fmla="val 28594"/>
            </a:avLst>
          </a:prstGeom>
          <a:solidFill>
            <a:srgbClr val="F09252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0597FA2-EAA0-4EA4-A101-0F8BD1BA932C}"/>
              </a:ext>
            </a:extLst>
          </p:cNvPr>
          <p:cNvSpPr txBox="1"/>
          <p:nvPr/>
        </p:nvSpPr>
        <p:spPr>
          <a:xfrm>
            <a:off x="5856075" y="2753660"/>
            <a:ext cx="213872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6600" dirty="0">
                <a:latin typeface="Segoe UI Black" panose="020B0A02040204020203" pitchFamily="34" charset="0"/>
                <a:ea typeface="Segoe UI Black" panose="020B0A02040204020203" pitchFamily="34" charset="0"/>
              </a:rPr>
              <a:t>SAM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1CC91A-0265-7121-6390-552259E077D8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1503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1931106" y="101019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Segmentation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DF6A43A-1703-42FD-AD2F-542F761A4167}"/>
              </a:ext>
            </a:extLst>
          </p:cNvPr>
          <p:cNvSpPr/>
          <p:nvPr/>
        </p:nvSpPr>
        <p:spPr>
          <a:xfrm>
            <a:off x="3217925" y="829646"/>
            <a:ext cx="2099332" cy="771686"/>
          </a:xfrm>
          <a:prstGeom prst="roundRect">
            <a:avLst>
              <a:gd name="adj" fmla="val 41219"/>
            </a:avLst>
          </a:prstGeom>
          <a:solidFill>
            <a:srgbClr val="FFB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574EE8-FF37-4A57-9C31-D56C38087A69}"/>
              </a:ext>
            </a:extLst>
          </p:cNvPr>
          <p:cNvSpPr txBox="1"/>
          <p:nvPr/>
        </p:nvSpPr>
        <p:spPr>
          <a:xfrm>
            <a:off x="3687143" y="953879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YOLO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C76CAC63-2138-4968-8864-DB06FCE5B8EB}"/>
              </a:ext>
            </a:extLst>
          </p:cNvPr>
          <p:cNvGrpSpPr/>
          <p:nvPr/>
        </p:nvGrpSpPr>
        <p:grpSpPr>
          <a:xfrm>
            <a:off x="238964" y="2046952"/>
            <a:ext cx="2728524" cy="2766931"/>
            <a:chOff x="670284" y="1952762"/>
            <a:chExt cx="2728524" cy="2766931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F49F2CFB-626B-46C2-99C2-7B1B0D84FAC2}"/>
                </a:ext>
              </a:extLst>
            </p:cNvPr>
            <p:cNvSpPr/>
            <p:nvPr/>
          </p:nvSpPr>
          <p:spPr>
            <a:xfrm>
              <a:off x="672860" y="1952762"/>
              <a:ext cx="2725948" cy="253972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24" name="Gráfico 23" descr="Perro">
              <a:extLst>
                <a:ext uri="{FF2B5EF4-FFF2-40B4-BE49-F238E27FC236}">
                  <a16:creationId xmlns:a16="http://schemas.microsoft.com/office/drawing/2014/main" id="{D54C36BA-A3D2-4422-8CC1-8BF8DE90E48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8094" y="3360303"/>
              <a:ext cx="1359390" cy="1359390"/>
            </a:xfrm>
            <a:prstGeom prst="rect">
              <a:avLst/>
            </a:prstGeom>
          </p:spPr>
        </p:pic>
        <p:pic>
          <p:nvPicPr>
            <p:cNvPr id="25" name="Gráfico 24" descr="Béisbol">
              <a:extLst>
                <a:ext uri="{FF2B5EF4-FFF2-40B4-BE49-F238E27FC236}">
                  <a16:creationId xmlns:a16="http://schemas.microsoft.com/office/drawing/2014/main" id="{B83A7DB8-0943-43DE-96E4-FE52CDF58D4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6506" y="2727508"/>
              <a:ext cx="1664898" cy="1664898"/>
            </a:xfrm>
            <a:prstGeom prst="rect">
              <a:avLst/>
            </a:prstGeom>
          </p:spPr>
        </p:pic>
        <p:pic>
          <p:nvPicPr>
            <p:cNvPr id="26" name="Gráfico 25" descr="Coche">
              <a:extLst>
                <a:ext uri="{FF2B5EF4-FFF2-40B4-BE49-F238E27FC236}">
                  <a16:creationId xmlns:a16="http://schemas.microsoft.com/office/drawing/2014/main" id="{27DFAA15-5035-47AC-913C-4E2A349B5B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05961">
              <a:off x="949306" y="2333452"/>
              <a:ext cx="914400" cy="914400"/>
            </a:xfrm>
            <a:prstGeom prst="rect">
              <a:avLst/>
            </a:prstGeom>
          </p:spPr>
        </p:pic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2D010373-57E6-4672-AE10-F93204D66DEB}"/>
                </a:ext>
              </a:extLst>
            </p:cNvPr>
            <p:cNvCxnSpPr/>
            <p:nvPr/>
          </p:nvCxnSpPr>
          <p:spPr>
            <a:xfrm>
              <a:off x="670284" y="2863932"/>
              <a:ext cx="2725948" cy="7215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48F9C0C4-32B5-4FDE-8ED0-E8FF66567EB7}"/>
              </a:ext>
            </a:extLst>
          </p:cNvPr>
          <p:cNvGrpSpPr/>
          <p:nvPr/>
        </p:nvGrpSpPr>
        <p:grpSpPr>
          <a:xfrm>
            <a:off x="3209735" y="2046952"/>
            <a:ext cx="2728524" cy="2766931"/>
            <a:chOff x="670284" y="1952762"/>
            <a:chExt cx="2728524" cy="2766931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94DA41DA-9233-4F49-9765-C02A27BB7CC9}"/>
                </a:ext>
              </a:extLst>
            </p:cNvPr>
            <p:cNvSpPr/>
            <p:nvPr/>
          </p:nvSpPr>
          <p:spPr>
            <a:xfrm>
              <a:off x="672860" y="1952762"/>
              <a:ext cx="2725948" cy="253972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30" name="Gráfico 29" descr="Perro">
              <a:extLst>
                <a:ext uri="{FF2B5EF4-FFF2-40B4-BE49-F238E27FC236}">
                  <a16:creationId xmlns:a16="http://schemas.microsoft.com/office/drawing/2014/main" id="{5F43FDFC-B54B-47DB-A8A5-37CEDE1109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8094" y="3360303"/>
              <a:ext cx="1359390" cy="1359390"/>
            </a:xfrm>
            <a:prstGeom prst="rect">
              <a:avLst/>
            </a:prstGeom>
          </p:spPr>
        </p:pic>
        <p:pic>
          <p:nvPicPr>
            <p:cNvPr id="31" name="Gráfico 30" descr="Béisbol">
              <a:extLst>
                <a:ext uri="{FF2B5EF4-FFF2-40B4-BE49-F238E27FC236}">
                  <a16:creationId xmlns:a16="http://schemas.microsoft.com/office/drawing/2014/main" id="{12518763-637D-4608-A576-3E0576520E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6506" y="2727508"/>
              <a:ext cx="1664898" cy="1664898"/>
            </a:xfrm>
            <a:prstGeom prst="rect">
              <a:avLst/>
            </a:prstGeom>
          </p:spPr>
        </p:pic>
        <p:pic>
          <p:nvPicPr>
            <p:cNvPr id="32" name="Gráfico 31" descr="Coche">
              <a:extLst>
                <a:ext uri="{FF2B5EF4-FFF2-40B4-BE49-F238E27FC236}">
                  <a16:creationId xmlns:a16="http://schemas.microsoft.com/office/drawing/2014/main" id="{340AEE17-805E-45EF-9D77-3EE7101E6A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05961">
              <a:off x="949306" y="2333452"/>
              <a:ext cx="914400" cy="914400"/>
            </a:xfrm>
            <a:prstGeom prst="rect">
              <a:avLst/>
            </a:prstGeom>
          </p:spPr>
        </p:pic>
        <p:cxnSp>
          <p:nvCxnSpPr>
            <p:cNvPr id="33" name="Conector recto 32">
              <a:extLst>
                <a:ext uri="{FF2B5EF4-FFF2-40B4-BE49-F238E27FC236}">
                  <a16:creationId xmlns:a16="http://schemas.microsoft.com/office/drawing/2014/main" id="{EF9A62D9-DA30-4CDD-94FA-C2918FFA6BC1}"/>
                </a:ext>
              </a:extLst>
            </p:cNvPr>
            <p:cNvCxnSpPr/>
            <p:nvPr/>
          </p:nvCxnSpPr>
          <p:spPr>
            <a:xfrm>
              <a:off x="670284" y="2863932"/>
              <a:ext cx="2725948" cy="7215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F39E2CEB-8492-4ED6-9747-2CB838F693F4}"/>
              </a:ext>
            </a:extLst>
          </p:cNvPr>
          <p:cNvCxnSpPr>
            <a:cxnSpLocks/>
          </p:cNvCxnSpPr>
          <p:nvPr/>
        </p:nvCxnSpPr>
        <p:spPr>
          <a:xfrm>
            <a:off x="3755775" y="2036336"/>
            <a:ext cx="0" cy="2550343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BEB12249-1EE5-4DA1-B9E5-286DAADCAC7F}"/>
              </a:ext>
            </a:extLst>
          </p:cNvPr>
          <p:cNvCxnSpPr>
            <a:cxnSpLocks/>
          </p:cNvCxnSpPr>
          <p:nvPr/>
        </p:nvCxnSpPr>
        <p:spPr>
          <a:xfrm>
            <a:off x="4287736" y="2046952"/>
            <a:ext cx="0" cy="253972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FB9DD858-9088-4675-8108-7BE3F1147F18}"/>
              </a:ext>
            </a:extLst>
          </p:cNvPr>
          <p:cNvCxnSpPr>
            <a:cxnSpLocks/>
          </p:cNvCxnSpPr>
          <p:nvPr/>
        </p:nvCxnSpPr>
        <p:spPr>
          <a:xfrm>
            <a:off x="4822575" y="2065957"/>
            <a:ext cx="0" cy="2520722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637CC334-680F-4508-88DE-AFE09031936F}"/>
              </a:ext>
            </a:extLst>
          </p:cNvPr>
          <p:cNvCxnSpPr>
            <a:cxnSpLocks/>
          </p:cNvCxnSpPr>
          <p:nvPr/>
        </p:nvCxnSpPr>
        <p:spPr>
          <a:xfrm>
            <a:off x="5331533" y="2036336"/>
            <a:ext cx="0" cy="2550343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E31C6337-29CA-48DC-BA33-568C4B6E8F17}"/>
              </a:ext>
            </a:extLst>
          </p:cNvPr>
          <p:cNvCxnSpPr>
            <a:cxnSpLocks/>
          </p:cNvCxnSpPr>
          <p:nvPr/>
        </p:nvCxnSpPr>
        <p:spPr>
          <a:xfrm>
            <a:off x="3209735" y="2569970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3B2BDDC3-2663-4077-B217-95B5CAD60CD9}"/>
              </a:ext>
            </a:extLst>
          </p:cNvPr>
          <p:cNvCxnSpPr>
            <a:cxnSpLocks/>
          </p:cNvCxnSpPr>
          <p:nvPr/>
        </p:nvCxnSpPr>
        <p:spPr>
          <a:xfrm>
            <a:off x="3209735" y="3101932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C0B8F928-F858-4A17-8949-921010B6926A}"/>
              </a:ext>
            </a:extLst>
          </p:cNvPr>
          <p:cNvCxnSpPr>
            <a:cxnSpLocks/>
          </p:cNvCxnSpPr>
          <p:nvPr/>
        </p:nvCxnSpPr>
        <p:spPr>
          <a:xfrm>
            <a:off x="3250392" y="3593638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0ACDD8CC-7276-41C5-A0C4-BECEBC627A3C}"/>
              </a:ext>
            </a:extLst>
          </p:cNvPr>
          <p:cNvCxnSpPr>
            <a:cxnSpLocks/>
          </p:cNvCxnSpPr>
          <p:nvPr/>
        </p:nvCxnSpPr>
        <p:spPr>
          <a:xfrm>
            <a:off x="3250392" y="4068172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o 41">
            <a:extLst>
              <a:ext uri="{FF2B5EF4-FFF2-40B4-BE49-F238E27FC236}">
                <a16:creationId xmlns:a16="http://schemas.microsoft.com/office/drawing/2014/main" id="{4644EC75-B9E7-4549-9454-B37CF4401539}"/>
              </a:ext>
            </a:extLst>
          </p:cNvPr>
          <p:cNvGrpSpPr/>
          <p:nvPr/>
        </p:nvGrpSpPr>
        <p:grpSpPr>
          <a:xfrm>
            <a:off x="6166521" y="2036336"/>
            <a:ext cx="2728524" cy="2766931"/>
            <a:chOff x="670284" y="1952762"/>
            <a:chExt cx="2728524" cy="2766931"/>
          </a:xfrm>
        </p:grpSpPr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D79EBAB1-C6F2-4BF9-B793-9DE77E782C69}"/>
                </a:ext>
              </a:extLst>
            </p:cNvPr>
            <p:cNvSpPr/>
            <p:nvPr/>
          </p:nvSpPr>
          <p:spPr>
            <a:xfrm>
              <a:off x="672860" y="1952762"/>
              <a:ext cx="2725948" cy="2539727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44" name="Gráfico 43" descr="Perro">
              <a:extLst>
                <a:ext uri="{FF2B5EF4-FFF2-40B4-BE49-F238E27FC236}">
                  <a16:creationId xmlns:a16="http://schemas.microsoft.com/office/drawing/2014/main" id="{F064139B-68DF-49B3-BAD3-1D73DAED32C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78094" y="3360303"/>
              <a:ext cx="1359390" cy="1359390"/>
            </a:xfrm>
            <a:prstGeom prst="rect">
              <a:avLst/>
            </a:prstGeom>
          </p:spPr>
        </p:pic>
        <p:pic>
          <p:nvPicPr>
            <p:cNvPr id="45" name="Gráfico 44" descr="Béisbol">
              <a:extLst>
                <a:ext uri="{FF2B5EF4-FFF2-40B4-BE49-F238E27FC236}">
                  <a16:creationId xmlns:a16="http://schemas.microsoft.com/office/drawing/2014/main" id="{36CB226F-A8A8-4E70-A4AA-F57A63701C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06506" y="2727508"/>
              <a:ext cx="1664898" cy="1664898"/>
            </a:xfrm>
            <a:prstGeom prst="rect">
              <a:avLst/>
            </a:prstGeom>
          </p:spPr>
        </p:pic>
        <p:pic>
          <p:nvPicPr>
            <p:cNvPr id="46" name="Gráfico 45" descr="Coche">
              <a:extLst>
                <a:ext uri="{FF2B5EF4-FFF2-40B4-BE49-F238E27FC236}">
                  <a16:creationId xmlns:a16="http://schemas.microsoft.com/office/drawing/2014/main" id="{00A8D0E1-B23C-4768-B17B-59B087D957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05961">
              <a:off x="949306" y="2333452"/>
              <a:ext cx="914400" cy="914400"/>
            </a:xfrm>
            <a:prstGeom prst="rect">
              <a:avLst/>
            </a:prstGeom>
          </p:spPr>
        </p:pic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84A20624-8A47-475C-BEF0-87779E1A2AD0}"/>
                </a:ext>
              </a:extLst>
            </p:cNvPr>
            <p:cNvCxnSpPr/>
            <p:nvPr/>
          </p:nvCxnSpPr>
          <p:spPr>
            <a:xfrm>
              <a:off x="670284" y="2863932"/>
              <a:ext cx="2725948" cy="72154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C170D0C5-5F39-401E-9DF2-E90955E7F77F}"/>
              </a:ext>
            </a:extLst>
          </p:cNvPr>
          <p:cNvCxnSpPr>
            <a:cxnSpLocks/>
          </p:cNvCxnSpPr>
          <p:nvPr/>
        </p:nvCxnSpPr>
        <p:spPr>
          <a:xfrm>
            <a:off x="6712561" y="2025720"/>
            <a:ext cx="0" cy="2550343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DF2E11D9-C2B5-4592-8528-1F67AA46659C}"/>
              </a:ext>
            </a:extLst>
          </p:cNvPr>
          <p:cNvCxnSpPr>
            <a:cxnSpLocks/>
          </p:cNvCxnSpPr>
          <p:nvPr/>
        </p:nvCxnSpPr>
        <p:spPr>
          <a:xfrm>
            <a:off x="7244522" y="2036336"/>
            <a:ext cx="0" cy="2539727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92DED37C-CFDC-4ABE-BCC2-7F342670F4FC}"/>
              </a:ext>
            </a:extLst>
          </p:cNvPr>
          <p:cNvCxnSpPr>
            <a:cxnSpLocks/>
          </p:cNvCxnSpPr>
          <p:nvPr/>
        </p:nvCxnSpPr>
        <p:spPr>
          <a:xfrm>
            <a:off x="7779361" y="2055341"/>
            <a:ext cx="0" cy="2520722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F1011CF0-BBE6-4FCF-B476-E656D66AE5F6}"/>
              </a:ext>
            </a:extLst>
          </p:cNvPr>
          <p:cNvCxnSpPr>
            <a:cxnSpLocks/>
          </p:cNvCxnSpPr>
          <p:nvPr/>
        </p:nvCxnSpPr>
        <p:spPr>
          <a:xfrm>
            <a:off x="8288319" y="2025720"/>
            <a:ext cx="0" cy="2550343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C40B3872-7CFD-4969-A531-4D6A77394051}"/>
              </a:ext>
            </a:extLst>
          </p:cNvPr>
          <p:cNvCxnSpPr>
            <a:cxnSpLocks/>
          </p:cNvCxnSpPr>
          <p:nvPr/>
        </p:nvCxnSpPr>
        <p:spPr>
          <a:xfrm>
            <a:off x="6166521" y="2559354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78349C76-6289-480B-9DEA-8B142D534EC0}"/>
              </a:ext>
            </a:extLst>
          </p:cNvPr>
          <p:cNvCxnSpPr>
            <a:cxnSpLocks/>
          </p:cNvCxnSpPr>
          <p:nvPr/>
        </p:nvCxnSpPr>
        <p:spPr>
          <a:xfrm>
            <a:off x="6166521" y="3091316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1FBA8FEC-8A36-4F90-80E4-FAAD3EBA217C}"/>
              </a:ext>
            </a:extLst>
          </p:cNvPr>
          <p:cNvCxnSpPr>
            <a:cxnSpLocks/>
          </p:cNvCxnSpPr>
          <p:nvPr/>
        </p:nvCxnSpPr>
        <p:spPr>
          <a:xfrm>
            <a:off x="6207178" y="3583022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B619B153-006E-4B23-948E-6F06F17908D7}"/>
              </a:ext>
            </a:extLst>
          </p:cNvPr>
          <p:cNvCxnSpPr>
            <a:cxnSpLocks/>
          </p:cNvCxnSpPr>
          <p:nvPr/>
        </p:nvCxnSpPr>
        <p:spPr>
          <a:xfrm>
            <a:off x="6207178" y="4057556"/>
            <a:ext cx="2725948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870F662-B167-4F09-A769-26EE6ED156EA}"/>
              </a:ext>
            </a:extLst>
          </p:cNvPr>
          <p:cNvSpPr/>
          <p:nvPr/>
        </p:nvSpPr>
        <p:spPr>
          <a:xfrm>
            <a:off x="6388747" y="2479758"/>
            <a:ext cx="1037087" cy="697223"/>
          </a:xfrm>
          <a:prstGeom prst="rect">
            <a:avLst/>
          </a:prstGeom>
          <a:noFill/>
          <a:ln w="444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2275ABA-4011-4A0C-9EC3-8871B6561660}"/>
              </a:ext>
            </a:extLst>
          </p:cNvPr>
          <p:cNvSpPr/>
          <p:nvPr/>
        </p:nvSpPr>
        <p:spPr>
          <a:xfrm>
            <a:off x="6231705" y="3679668"/>
            <a:ext cx="1288361" cy="851050"/>
          </a:xfrm>
          <a:prstGeom prst="rect">
            <a:avLst/>
          </a:prstGeom>
          <a:noFill/>
          <a:ln w="444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EF1864D0-1520-464B-82A1-5B619909B84E}"/>
              </a:ext>
            </a:extLst>
          </p:cNvPr>
          <p:cNvSpPr/>
          <p:nvPr/>
        </p:nvSpPr>
        <p:spPr>
          <a:xfrm>
            <a:off x="7287438" y="2847423"/>
            <a:ext cx="962800" cy="1628557"/>
          </a:xfrm>
          <a:prstGeom prst="rect">
            <a:avLst/>
          </a:prstGeom>
          <a:noFill/>
          <a:ln w="444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59D13630-CD37-4F7C-BCB9-F6F420FD2131}"/>
              </a:ext>
            </a:extLst>
          </p:cNvPr>
          <p:cNvSpPr/>
          <p:nvPr/>
        </p:nvSpPr>
        <p:spPr>
          <a:xfrm>
            <a:off x="6782226" y="2755651"/>
            <a:ext cx="169049" cy="16904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AA6F113-1FC3-42D1-8985-B9993F33086F}"/>
              </a:ext>
            </a:extLst>
          </p:cNvPr>
          <p:cNvSpPr/>
          <p:nvPr/>
        </p:nvSpPr>
        <p:spPr>
          <a:xfrm>
            <a:off x="6782226" y="3963054"/>
            <a:ext cx="169049" cy="169049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581ECB4A-0C39-44FF-B2D6-FD448283756A}"/>
              </a:ext>
            </a:extLst>
          </p:cNvPr>
          <p:cNvSpPr/>
          <p:nvPr/>
        </p:nvSpPr>
        <p:spPr>
          <a:xfrm>
            <a:off x="7773010" y="3479468"/>
            <a:ext cx="169049" cy="169049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75DB7B9-97E6-8EF7-621B-687FC7E33017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00174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1931106" y="101019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Segmentation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DF6A43A-1703-42FD-AD2F-542F761A4167}"/>
              </a:ext>
            </a:extLst>
          </p:cNvPr>
          <p:cNvSpPr/>
          <p:nvPr/>
        </p:nvSpPr>
        <p:spPr>
          <a:xfrm>
            <a:off x="3217925" y="829646"/>
            <a:ext cx="2099332" cy="771686"/>
          </a:xfrm>
          <a:prstGeom prst="roundRect">
            <a:avLst>
              <a:gd name="adj" fmla="val 41219"/>
            </a:avLst>
          </a:prstGeom>
          <a:solidFill>
            <a:srgbClr val="FFB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574EE8-FF37-4A57-9C31-D56C38087A69}"/>
              </a:ext>
            </a:extLst>
          </p:cNvPr>
          <p:cNvSpPr txBox="1"/>
          <p:nvPr/>
        </p:nvSpPr>
        <p:spPr>
          <a:xfrm>
            <a:off x="3687143" y="953879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YOLO</a:t>
            </a:r>
          </a:p>
        </p:txBody>
      </p:sp>
      <p:grpSp>
        <p:nvGrpSpPr>
          <p:cNvPr id="168" name="Grupo 167">
            <a:extLst>
              <a:ext uri="{FF2B5EF4-FFF2-40B4-BE49-F238E27FC236}">
                <a16:creationId xmlns:a16="http://schemas.microsoft.com/office/drawing/2014/main" id="{934E43C1-924E-489C-BBDC-47BF2C3D25F9}"/>
              </a:ext>
            </a:extLst>
          </p:cNvPr>
          <p:cNvGrpSpPr/>
          <p:nvPr/>
        </p:nvGrpSpPr>
        <p:grpSpPr>
          <a:xfrm>
            <a:off x="180426" y="2083402"/>
            <a:ext cx="8783148" cy="3188188"/>
            <a:chOff x="84653" y="1658072"/>
            <a:chExt cx="8783148" cy="3188188"/>
          </a:xfrm>
        </p:grpSpPr>
        <p:sp>
          <p:nvSpPr>
            <p:cNvPr id="163" name="Rectángulo: esquinas superiores redondeadas 162">
              <a:extLst>
                <a:ext uri="{FF2B5EF4-FFF2-40B4-BE49-F238E27FC236}">
                  <a16:creationId xmlns:a16="http://schemas.microsoft.com/office/drawing/2014/main" id="{CD8600C3-3F03-4092-91D0-6A82AAB9B49E}"/>
                </a:ext>
              </a:extLst>
            </p:cNvPr>
            <p:cNvSpPr/>
            <p:nvPr/>
          </p:nvSpPr>
          <p:spPr>
            <a:xfrm>
              <a:off x="510745" y="2053492"/>
              <a:ext cx="907855" cy="1444512"/>
            </a:xfrm>
            <a:prstGeom prst="round2SameRect">
              <a:avLst>
                <a:gd name="adj1" fmla="val 22542"/>
                <a:gd name="adj2" fmla="val 0"/>
              </a:avLst>
            </a:prstGeom>
            <a:solidFill>
              <a:srgbClr val="A2B0E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6" name="Rectángulo: esquinas superiores redondeadas 165">
              <a:extLst>
                <a:ext uri="{FF2B5EF4-FFF2-40B4-BE49-F238E27FC236}">
                  <a16:creationId xmlns:a16="http://schemas.microsoft.com/office/drawing/2014/main" id="{2DA447F1-7967-476F-9BE5-9DE2E7500002}"/>
                </a:ext>
              </a:extLst>
            </p:cNvPr>
            <p:cNvSpPr/>
            <p:nvPr/>
          </p:nvSpPr>
          <p:spPr>
            <a:xfrm flipV="1">
              <a:off x="518232" y="3498005"/>
              <a:ext cx="895696" cy="1348254"/>
            </a:xfrm>
            <a:prstGeom prst="round2SameRect">
              <a:avLst>
                <a:gd name="adj1" fmla="val 22542"/>
                <a:gd name="adj2" fmla="val 0"/>
              </a:avLst>
            </a:prstGeom>
            <a:solidFill>
              <a:srgbClr val="E4AB7C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76" name="Grupo 75">
              <a:extLst>
                <a:ext uri="{FF2B5EF4-FFF2-40B4-BE49-F238E27FC236}">
                  <a16:creationId xmlns:a16="http://schemas.microsoft.com/office/drawing/2014/main" id="{DB262FF1-40AD-4E8A-B900-3F2001A8FEB6}"/>
                </a:ext>
              </a:extLst>
            </p:cNvPr>
            <p:cNvGrpSpPr/>
            <p:nvPr/>
          </p:nvGrpSpPr>
          <p:grpSpPr>
            <a:xfrm>
              <a:off x="6582126" y="2112976"/>
              <a:ext cx="2285675" cy="2280708"/>
              <a:chOff x="4028151" y="1740910"/>
              <a:chExt cx="2951986" cy="2945571"/>
            </a:xfrm>
            <a:solidFill>
              <a:srgbClr val="FF9999"/>
            </a:solidFill>
          </p:grpSpPr>
          <p:sp>
            <p:nvSpPr>
              <p:cNvPr id="55" name="Cubo 54">
                <a:extLst>
                  <a:ext uri="{FF2B5EF4-FFF2-40B4-BE49-F238E27FC236}">
                    <a16:creationId xmlns:a16="http://schemas.microsoft.com/office/drawing/2014/main" id="{4BF355F8-0001-455F-8B72-B1FECC745A84}"/>
                  </a:ext>
                </a:extLst>
              </p:cNvPr>
              <p:cNvSpPr/>
              <p:nvPr/>
            </p:nvSpPr>
            <p:spPr>
              <a:xfrm>
                <a:off x="4041555" y="1750708"/>
                <a:ext cx="2935773" cy="2935773"/>
              </a:xfrm>
              <a:prstGeom prst="cube">
                <a:avLst>
                  <a:gd name="adj" fmla="val 52578"/>
                </a:avLst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4EA25C88-CC55-46BF-916B-33DF9029B4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72353" y="3300413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0C99D55A-C628-43CE-990E-9FB005FE76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62474" y="3291752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B6B90E20-8D76-4FB5-BB42-ECFCF044211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62940" y="3300413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D4EC2B97-8F94-4A2F-A647-38F6C346E1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52801" y="3300413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ector recto 63">
                <a:extLst>
                  <a:ext uri="{FF2B5EF4-FFF2-40B4-BE49-F238E27FC236}">
                    <a16:creationId xmlns:a16="http://schemas.microsoft.com/office/drawing/2014/main" id="{EEEA7800-0DF0-4CD5-B50B-1B1CDFC4FE8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62940" y="1750708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66">
                <a:extLst>
                  <a:ext uri="{FF2B5EF4-FFF2-40B4-BE49-F238E27FC236}">
                    <a16:creationId xmlns:a16="http://schemas.microsoft.com/office/drawing/2014/main" id="{E377A529-5FCF-4E83-A7CF-BD551EAB7A2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48038" y="1750708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F693A3CC-1666-4CA5-8737-28C216FF8C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72000" y="1740910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9855FBA2-8DE1-4028-BC2C-D8B418C674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66294" y="1750708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DDF97721-6588-4A27-BFDD-0783A0631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600" y="3560949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2A9B114D-56F6-44A5-AC48-E0013A604A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28151" y="3830146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92706A5D-7637-4D56-AD93-A56EB4FB26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1119" y="4108605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9FE22B2C-AD0C-42D3-9D7E-EAB335A56A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46187" y="4383651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C91206E8-B3FB-495F-B8EB-E0DEEC6672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2822" y="2024337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E332D0DE-8C31-4858-9221-1E90C570E61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8932" y="2288929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8A7C73A2-D15E-4019-849A-22A43441B18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8439" y="2589849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recto 82">
                <a:extLst>
                  <a:ext uri="{FF2B5EF4-FFF2-40B4-BE49-F238E27FC236}">
                    <a16:creationId xmlns:a16="http://schemas.microsoft.com/office/drawing/2014/main" id="{79232A69-C826-4B6A-B172-0D66986A14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29857" y="2850144"/>
                <a:ext cx="1550280" cy="1541044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 recto 83">
                <a:extLst>
                  <a:ext uri="{FF2B5EF4-FFF2-40B4-BE49-F238E27FC236}">
                    <a16:creationId xmlns:a16="http://schemas.microsoft.com/office/drawing/2014/main" id="{6A58CA58-DD30-46C4-BBB7-FA90795862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57098" y="3070135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84">
                <a:extLst>
                  <a:ext uri="{FF2B5EF4-FFF2-40B4-BE49-F238E27FC236}">
                    <a16:creationId xmlns:a16="http://schemas.microsoft.com/office/drawing/2014/main" id="{3D8F2A1F-E8EB-4E3D-8943-3A6B028D6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48674" y="2881394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ector recto 85">
                <a:extLst>
                  <a:ext uri="{FF2B5EF4-FFF2-40B4-BE49-F238E27FC236}">
                    <a16:creationId xmlns:a16="http://schemas.microsoft.com/office/drawing/2014/main" id="{95A63E7F-1CBE-4B2C-9C5A-AD79D53B38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36405" y="2697624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recto 86">
                <a:extLst>
                  <a:ext uri="{FF2B5EF4-FFF2-40B4-BE49-F238E27FC236}">
                    <a16:creationId xmlns:a16="http://schemas.microsoft.com/office/drawing/2014/main" id="{9C65B07F-B4C4-4A99-AE59-3CDB1347D3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25981" y="2491419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07A9CB18-288D-4058-9B0B-6B698E5864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28078" y="2291466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50998434-9313-48CD-8AA3-DA2F857CE7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5886" y="2118112"/>
                <a:ext cx="1361703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>
                <a:extLst>
                  <a:ext uri="{FF2B5EF4-FFF2-40B4-BE49-F238E27FC236}">
                    <a16:creationId xmlns:a16="http://schemas.microsoft.com/office/drawing/2014/main" id="{1A3A3D91-341B-4867-BEA1-0585A0A4D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3360" y="1925998"/>
                <a:ext cx="1361704" cy="17922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>
                <a:extLst>
                  <a:ext uri="{FF2B5EF4-FFF2-40B4-BE49-F238E27FC236}">
                    <a16:creationId xmlns:a16="http://schemas.microsoft.com/office/drawing/2014/main" id="{7CD12716-AFA4-408D-8D1B-1862BBFCC1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18801" y="3094685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87E51D28-359C-4152-AC0F-9FEDF2EFA3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10377" y="2911793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05925A53-DC89-4292-AA26-B5E8454883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98108" y="2714626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>
                <a:extLst>
                  <a:ext uri="{FF2B5EF4-FFF2-40B4-BE49-F238E27FC236}">
                    <a16:creationId xmlns:a16="http://schemas.microsoft.com/office/drawing/2014/main" id="{C167F382-241E-464D-AF11-9475C2CC08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97962" y="2540372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>
                <a:extLst>
                  <a:ext uri="{FF2B5EF4-FFF2-40B4-BE49-F238E27FC236}">
                    <a16:creationId xmlns:a16="http://schemas.microsoft.com/office/drawing/2014/main" id="{FA3585C0-81A7-4073-8FA5-B77326315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80596" y="2348441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045024CC-F311-4B36-89DA-23FAC1A33D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49969" y="2157553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cto 96">
                <a:extLst>
                  <a:ext uri="{FF2B5EF4-FFF2-40B4-BE49-F238E27FC236}">
                    <a16:creationId xmlns:a16="http://schemas.microsoft.com/office/drawing/2014/main" id="{239E4346-246A-4400-A765-041E39444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8380" y="1935500"/>
                <a:ext cx="0" cy="1386068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upo 97">
              <a:extLst>
                <a:ext uri="{FF2B5EF4-FFF2-40B4-BE49-F238E27FC236}">
                  <a16:creationId xmlns:a16="http://schemas.microsoft.com/office/drawing/2014/main" id="{5BBE2636-EE74-487F-A930-571457A16C8A}"/>
                </a:ext>
              </a:extLst>
            </p:cNvPr>
            <p:cNvGrpSpPr/>
            <p:nvPr/>
          </p:nvGrpSpPr>
          <p:grpSpPr>
            <a:xfrm>
              <a:off x="2880952" y="1909848"/>
              <a:ext cx="2766605" cy="2777547"/>
              <a:chOff x="244478" y="1943424"/>
              <a:chExt cx="2766605" cy="2777547"/>
            </a:xfrm>
          </p:grpSpPr>
          <p:grpSp>
            <p:nvGrpSpPr>
              <p:cNvPr id="119" name="Grupo 118">
                <a:extLst>
                  <a:ext uri="{FF2B5EF4-FFF2-40B4-BE49-F238E27FC236}">
                    <a16:creationId xmlns:a16="http://schemas.microsoft.com/office/drawing/2014/main" id="{4D1799A9-54C8-477E-9D3B-7C78A3891C22}"/>
                  </a:ext>
                </a:extLst>
              </p:cNvPr>
              <p:cNvGrpSpPr/>
              <p:nvPr/>
            </p:nvGrpSpPr>
            <p:grpSpPr>
              <a:xfrm>
                <a:off x="244478" y="1954040"/>
                <a:ext cx="2728524" cy="2766931"/>
                <a:chOff x="670284" y="1952762"/>
                <a:chExt cx="2728524" cy="2766931"/>
              </a:xfrm>
            </p:grpSpPr>
            <p:sp>
              <p:nvSpPr>
                <p:cNvPr id="120" name="Rectángulo 119">
                  <a:extLst>
                    <a:ext uri="{FF2B5EF4-FFF2-40B4-BE49-F238E27FC236}">
                      <a16:creationId xmlns:a16="http://schemas.microsoft.com/office/drawing/2014/main" id="{B4AD0581-4AC4-46AC-AC51-06215F17DBC3}"/>
                    </a:ext>
                  </a:extLst>
                </p:cNvPr>
                <p:cNvSpPr/>
                <p:nvPr/>
              </p:nvSpPr>
              <p:spPr>
                <a:xfrm>
                  <a:off x="672860" y="1952762"/>
                  <a:ext cx="2725948" cy="2539727"/>
                </a:xfrm>
                <a:prstGeom prst="rect">
                  <a:avLst/>
                </a:prstGeom>
                <a:solidFill>
                  <a:schemeClr val="bg1"/>
                </a:solidFill>
                <a:ln w="571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pic>
              <p:nvPicPr>
                <p:cNvPr id="121" name="Gráfico 120" descr="Perro">
                  <a:extLst>
                    <a:ext uri="{FF2B5EF4-FFF2-40B4-BE49-F238E27FC236}">
                      <a16:creationId xmlns:a16="http://schemas.microsoft.com/office/drawing/2014/main" id="{7D9501C7-4E65-47D9-885B-B51AD9BE0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8094" y="3360303"/>
                  <a:ext cx="1359390" cy="1359390"/>
                </a:xfrm>
                <a:prstGeom prst="rect">
                  <a:avLst/>
                </a:prstGeom>
              </p:spPr>
            </p:pic>
            <p:pic>
              <p:nvPicPr>
                <p:cNvPr id="122" name="Gráfico 121" descr="Béisbol">
                  <a:extLst>
                    <a:ext uri="{FF2B5EF4-FFF2-40B4-BE49-F238E27FC236}">
                      <a16:creationId xmlns:a16="http://schemas.microsoft.com/office/drawing/2014/main" id="{3CE8AACA-5556-4160-AD1E-93FA40F7BA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6506" y="2727508"/>
                  <a:ext cx="1664898" cy="1664898"/>
                </a:xfrm>
                <a:prstGeom prst="rect">
                  <a:avLst/>
                </a:prstGeom>
              </p:spPr>
            </p:pic>
            <p:pic>
              <p:nvPicPr>
                <p:cNvPr id="123" name="Gráfico 122" descr="Coche">
                  <a:extLst>
                    <a:ext uri="{FF2B5EF4-FFF2-40B4-BE49-F238E27FC236}">
                      <a16:creationId xmlns:a16="http://schemas.microsoft.com/office/drawing/2014/main" id="{3039EE9A-9510-4E59-8C91-FD1E505D0B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 rot="1005961">
                  <a:off x="949306" y="2333452"/>
                  <a:ext cx="914400" cy="914400"/>
                </a:xfrm>
                <a:prstGeom prst="rect">
                  <a:avLst/>
                </a:prstGeom>
              </p:spPr>
            </p:pic>
            <p:cxnSp>
              <p:nvCxnSpPr>
                <p:cNvPr id="124" name="Conector recto 123">
                  <a:extLst>
                    <a:ext uri="{FF2B5EF4-FFF2-40B4-BE49-F238E27FC236}">
                      <a16:creationId xmlns:a16="http://schemas.microsoft.com/office/drawing/2014/main" id="{7E953215-EDA5-4F05-9C47-2CD61415F91F}"/>
                    </a:ext>
                  </a:extLst>
                </p:cNvPr>
                <p:cNvCxnSpPr/>
                <p:nvPr/>
              </p:nvCxnSpPr>
              <p:spPr>
                <a:xfrm>
                  <a:off x="670284" y="2863932"/>
                  <a:ext cx="2725948" cy="721546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5" name="Conector recto 124">
                <a:extLst>
                  <a:ext uri="{FF2B5EF4-FFF2-40B4-BE49-F238E27FC236}">
                    <a16:creationId xmlns:a16="http://schemas.microsoft.com/office/drawing/2014/main" id="{8D6FFCF1-0320-449C-98AC-E46F3595E0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0518" y="1943424"/>
                <a:ext cx="0" cy="2550343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ector recto 125">
                <a:extLst>
                  <a:ext uri="{FF2B5EF4-FFF2-40B4-BE49-F238E27FC236}">
                    <a16:creationId xmlns:a16="http://schemas.microsoft.com/office/drawing/2014/main" id="{EDF1920D-950D-4C5B-BEF3-818A59C7B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2479" y="1954040"/>
                <a:ext cx="0" cy="2539727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Conector recto 126">
                <a:extLst>
                  <a:ext uri="{FF2B5EF4-FFF2-40B4-BE49-F238E27FC236}">
                    <a16:creationId xmlns:a16="http://schemas.microsoft.com/office/drawing/2014/main" id="{1190DA72-D291-4B70-8E68-0AC662E048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57318" y="1973045"/>
                <a:ext cx="0" cy="2520722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ector recto 127">
                <a:extLst>
                  <a:ext uri="{FF2B5EF4-FFF2-40B4-BE49-F238E27FC236}">
                    <a16:creationId xmlns:a16="http://schemas.microsoft.com/office/drawing/2014/main" id="{B81FB6D2-8A33-44F4-A009-D6A5D94147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66276" y="1943424"/>
                <a:ext cx="0" cy="2550343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Conector recto 128">
                <a:extLst>
                  <a:ext uri="{FF2B5EF4-FFF2-40B4-BE49-F238E27FC236}">
                    <a16:creationId xmlns:a16="http://schemas.microsoft.com/office/drawing/2014/main" id="{5F08B14D-4C8D-4507-8A0F-B764C88F00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478" y="2477058"/>
                <a:ext cx="2725948" cy="0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Conector recto 129">
                <a:extLst>
                  <a:ext uri="{FF2B5EF4-FFF2-40B4-BE49-F238E27FC236}">
                    <a16:creationId xmlns:a16="http://schemas.microsoft.com/office/drawing/2014/main" id="{73A730A0-9ECC-4CD8-BE88-16E9A086E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478" y="3009020"/>
                <a:ext cx="2725948" cy="0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Conector recto 130">
                <a:extLst>
                  <a:ext uri="{FF2B5EF4-FFF2-40B4-BE49-F238E27FC236}">
                    <a16:creationId xmlns:a16="http://schemas.microsoft.com/office/drawing/2014/main" id="{0D8F0553-C542-4F8B-BEB3-51A2FFFF71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135" y="3500726"/>
                <a:ext cx="2725948" cy="0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recto 131">
                <a:extLst>
                  <a:ext uri="{FF2B5EF4-FFF2-40B4-BE49-F238E27FC236}">
                    <a16:creationId xmlns:a16="http://schemas.microsoft.com/office/drawing/2014/main" id="{F0F33B3B-CE91-4FB3-974A-35D8E3E7EE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135" y="3975260"/>
                <a:ext cx="2725948" cy="0"/>
              </a:xfrm>
              <a:prstGeom prst="line">
                <a:avLst/>
              </a:prstGeom>
              <a:ln w="1905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Rectángulo 132">
                <a:extLst>
                  <a:ext uri="{FF2B5EF4-FFF2-40B4-BE49-F238E27FC236}">
                    <a16:creationId xmlns:a16="http://schemas.microsoft.com/office/drawing/2014/main" id="{92233D1B-99F5-4FE6-B67C-514F17472DF6}"/>
                  </a:ext>
                </a:extLst>
              </p:cNvPr>
              <p:cNvSpPr/>
              <p:nvPr/>
            </p:nvSpPr>
            <p:spPr>
              <a:xfrm>
                <a:off x="466704" y="2397462"/>
                <a:ext cx="1037087" cy="697223"/>
              </a:xfrm>
              <a:prstGeom prst="rect">
                <a:avLst/>
              </a:prstGeom>
              <a:noFill/>
              <a:ln w="44450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34" name="Rectángulo 133">
                <a:extLst>
                  <a:ext uri="{FF2B5EF4-FFF2-40B4-BE49-F238E27FC236}">
                    <a16:creationId xmlns:a16="http://schemas.microsoft.com/office/drawing/2014/main" id="{94A1E971-FED5-4301-B32B-49F789528143}"/>
                  </a:ext>
                </a:extLst>
              </p:cNvPr>
              <p:cNvSpPr/>
              <p:nvPr/>
            </p:nvSpPr>
            <p:spPr>
              <a:xfrm>
                <a:off x="309662" y="3597372"/>
                <a:ext cx="1288361" cy="851050"/>
              </a:xfrm>
              <a:prstGeom prst="rect">
                <a:avLst/>
              </a:prstGeom>
              <a:noFill/>
              <a:ln w="4445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35" name="Rectángulo 134">
                <a:extLst>
                  <a:ext uri="{FF2B5EF4-FFF2-40B4-BE49-F238E27FC236}">
                    <a16:creationId xmlns:a16="http://schemas.microsoft.com/office/drawing/2014/main" id="{87DC7B79-F626-4575-A60A-4532001D9BFC}"/>
                  </a:ext>
                </a:extLst>
              </p:cNvPr>
              <p:cNvSpPr/>
              <p:nvPr/>
            </p:nvSpPr>
            <p:spPr>
              <a:xfrm>
                <a:off x="1365395" y="2765127"/>
                <a:ext cx="962800" cy="1628557"/>
              </a:xfrm>
              <a:prstGeom prst="rect">
                <a:avLst/>
              </a:prstGeom>
              <a:noFill/>
              <a:ln w="4445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36" name="Elipse 135">
                <a:extLst>
                  <a:ext uri="{FF2B5EF4-FFF2-40B4-BE49-F238E27FC236}">
                    <a16:creationId xmlns:a16="http://schemas.microsoft.com/office/drawing/2014/main" id="{A66AF225-DB96-4B8A-9A2E-D0704D21D976}"/>
                  </a:ext>
                </a:extLst>
              </p:cNvPr>
              <p:cNvSpPr/>
              <p:nvPr/>
            </p:nvSpPr>
            <p:spPr>
              <a:xfrm>
                <a:off x="860183" y="2673355"/>
                <a:ext cx="169049" cy="169049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37" name="Elipse 136">
                <a:extLst>
                  <a:ext uri="{FF2B5EF4-FFF2-40B4-BE49-F238E27FC236}">
                    <a16:creationId xmlns:a16="http://schemas.microsoft.com/office/drawing/2014/main" id="{EF4C8CFB-474F-4F0B-AAC7-B6141DF22E6F}"/>
                  </a:ext>
                </a:extLst>
              </p:cNvPr>
              <p:cNvSpPr/>
              <p:nvPr/>
            </p:nvSpPr>
            <p:spPr>
              <a:xfrm>
                <a:off x="860183" y="3880758"/>
                <a:ext cx="169049" cy="169049"/>
              </a:xfrm>
              <a:prstGeom prst="ellipse">
                <a:avLst/>
              </a:prstGeom>
              <a:solidFill>
                <a:srgbClr val="70AD4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38" name="Elipse 137">
                <a:extLst>
                  <a:ext uri="{FF2B5EF4-FFF2-40B4-BE49-F238E27FC236}">
                    <a16:creationId xmlns:a16="http://schemas.microsoft.com/office/drawing/2014/main" id="{C14B03FF-61B5-417A-A121-F233F4E2450C}"/>
                  </a:ext>
                </a:extLst>
              </p:cNvPr>
              <p:cNvSpPr/>
              <p:nvPr/>
            </p:nvSpPr>
            <p:spPr>
              <a:xfrm>
                <a:off x="1850967" y="3397172"/>
                <a:ext cx="169049" cy="169049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165" name="Grupo 164">
              <a:extLst>
                <a:ext uri="{FF2B5EF4-FFF2-40B4-BE49-F238E27FC236}">
                  <a16:creationId xmlns:a16="http://schemas.microsoft.com/office/drawing/2014/main" id="{F64CF374-2D55-4DD1-9D92-01E2DF12C17B}"/>
                </a:ext>
              </a:extLst>
            </p:cNvPr>
            <p:cNvGrpSpPr/>
            <p:nvPr/>
          </p:nvGrpSpPr>
          <p:grpSpPr>
            <a:xfrm>
              <a:off x="1419036" y="3447730"/>
              <a:ext cx="2535744" cy="529187"/>
              <a:chOff x="1419036" y="3447730"/>
              <a:chExt cx="2535744" cy="529187"/>
            </a:xfrm>
          </p:grpSpPr>
          <p:sp>
            <p:nvSpPr>
              <p:cNvPr id="139" name="Rectángulo 138">
                <a:extLst>
                  <a:ext uri="{FF2B5EF4-FFF2-40B4-BE49-F238E27FC236}">
                    <a16:creationId xmlns:a16="http://schemas.microsoft.com/office/drawing/2014/main" id="{429749FD-2730-43A1-BFB5-131CB52B2E77}"/>
                  </a:ext>
                </a:extLst>
              </p:cNvPr>
              <p:cNvSpPr/>
              <p:nvPr/>
            </p:nvSpPr>
            <p:spPr>
              <a:xfrm>
                <a:off x="3429000" y="3498005"/>
                <a:ext cx="525780" cy="478912"/>
              </a:xfrm>
              <a:prstGeom prst="rect">
                <a:avLst/>
              </a:prstGeom>
              <a:noFill/>
              <a:ln w="76200">
                <a:solidFill>
                  <a:srgbClr val="FFBB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cxnSp>
            <p:nvCxnSpPr>
              <p:cNvPr id="141" name="Conector recto 140">
                <a:extLst>
                  <a:ext uri="{FF2B5EF4-FFF2-40B4-BE49-F238E27FC236}">
                    <a16:creationId xmlns:a16="http://schemas.microsoft.com/office/drawing/2014/main" id="{6A8DD40B-B436-4D48-8985-946BB5BAFDF6}"/>
                  </a:ext>
                </a:extLst>
              </p:cNvPr>
              <p:cNvCxnSpPr>
                <a:cxnSpLocks/>
                <a:stCxn id="149" idx="3"/>
              </p:cNvCxnSpPr>
              <p:nvPr/>
            </p:nvCxnSpPr>
            <p:spPr>
              <a:xfrm>
                <a:off x="1419036" y="3447730"/>
                <a:ext cx="2223435" cy="59475"/>
              </a:xfrm>
              <a:prstGeom prst="line">
                <a:avLst/>
              </a:prstGeom>
              <a:ln w="57150">
                <a:solidFill>
                  <a:srgbClr val="FFBB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ector recto 143">
                <a:extLst>
                  <a:ext uri="{FF2B5EF4-FFF2-40B4-BE49-F238E27FC236}">
                    <a16:creationId xmlns:a16="http://schemas.microsoft.com/office/drawing/2014/main" id="{D5C22D38-096C-4124-BC8C-5B4547FB58EF}"/>
                  </a:ext>
                </a:extLst>
              </p:cNvPr>
              <p:cNvCxnSpPr>
                <a:cxnSpLocks/>
                <a:endCxn id="149" idx="3"/>
              </p:cNvCxnSpPr>
              <p:nvPr/>
            </p:nvCxnSpPr>
            <p:spPr>
              <a:xfrm flipH="1" flipV="1">
                <a:off x="1419036" y="3447730"/>
                <a:ext cx="2240278" cy="505735"/>
              </a:xfrm>
              <a:prstGeom prst="line">
                <a:avLst/>
              </a:prstGeom>
              <a:ln w="57150">
                <a:solidFill>
                  <a:srgbClr val="FFBBF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9" name="Corchetes 148">
              <a:extLst>
                <a:ext uri="{FF2B5EF4-FFF2-40B4-BE49-F238E27FC236}">
                  <a16:creationId xmlns:a16="http://schemas.microsoft.com/office/drawing/2014/main" id="{F40F7B99-B6FB-49AE-833A-FF9D0A2ABAF7}"/>
                </a:ext>
              </a:extLst>
            </p:cNvPr>
            <p:cNvSpPr/>
            <p:nvPr/>
          </p:nvSpPr>
          <p:spPr>
            <a:xfrm>
              <a:off x="504636" y="2049199"/>
              <a:ext cx="914400" cy="2797061"/>
            </a:xfrm>
            <a:prstGeom prst="bracketPair">
              <a:avLst>
                <a:gd name="adj" fmla="val 20000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9" name="Cerrar llave 158">
              <a:extLst>
                <a:ext uri="{FF2B5EF4-FFF2-40B4-BE49-F238E27FC236}">
                  <a16:creationId xmlns:a16="http://schemas.microsoft.com/office/drawing/2014/main" id="{FE039830-EF3F-4581-8B36-B0F7EFB619A7}"/>
                </a:ext>
              </a:extLst>
            </p:cNvPr>
            <p:cNvSpPr/>
            <p:nvPr/>
          </p:nvSpPr>
          <p:spPr>
            <a:xfrm>
              <a:off x="5853977" y="1853619"/>
              <a:ext cx="273598" cy="2743199"/>
            </a:xfrm>
            <a:prstGeom prst="rightBrace">
              <a:avLst>
                <a:gd name="adj1" fmla="val 33399"/>
                <a:gd name="adj2" fmla="val 50000"/>
              </a:avLst>
            </a:prstGeom>
            <a:ln w="38100">
              <a:solidFill>
                <a:srgbClr val="FF99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1" name="CuadroTexto 160">
              <a:extLst>
                <a:ext uri="{FF2B5EF4-FFF2-40B4-BE49-F238E27FC236}">
                  <a16:creationId xmlns:a16="http://schemas.microsoft.com/office/drawing/2014/main" id="{E7C964DC-2C99-463B-A62E-6B24E0B6EA5C}"/>
                </a:ext>
              </a:extLst>
            </p:cNvPr>
            <p:cNvSpPr txBox="1"/>
            <p:nvPr/>
          </p:nvSpPr>
          <p:spPr>
            <a:xfrm>
              <a:off x="514230" y="2466276"/>
              <a:ext cx="94288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p(C)</a:t>
              </a:r>
            </a:p>
          </p:txBody>
        </p:sp>
        <p:sp>
          <p:nvSpPr>
            <p:cNvPr id="162" name="CuadroTexto 161">
              <a:extLst>
                <a:ext uri="{FF2B5EF4-FFF2-40B4-BE49-F238E27FC236}">
                  <a16:creationId xmlns:a16="http://schemas.microsoft.com/office/drawing/2014/main" id="{253386EB-2A32-4440-A269-EA0F50BDE361}"/>
                </a:ext>
              </a:extLst>
            </p:cNvPr>
            <p:cNvSpPr txBox="1"/>
            <p:nvPr/>
          </p:nvSpPr>
          <p:spPr>
            <a:xfrm>
              <a:off x="632079" y="3925202"/>
              <a:ext cx="681597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BB</a:t>
              </a:r>
            </a:p>
          </p:txBody>
        </p:sp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359E4A9A-842B-499F-B173-528752AE9454}"/>
                </a:ext>
              </a:extLst>
            </p:cNvPr>
            <p:cNvSpPr txBox="1"/>
            <p:nvPr/>
          </p:nvSpPr>
          <p:spPr>
            <a:xfrm>
              <a:off x="84653" y="1658072"/>
              <a:ext cx="1776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Output vector</a:t>
              </a:r>
            </a:p>
          </p:txBody>
        </p:sp>
        <p:sp>
          <p:nvSpPr>
            <p:cNvPr id="169" name="CuadroTexto 168">
              <a:extLst>
                <a:ext uri="{FF2B5EF4-FFF2-40B4-BE49-F238E27FC236}">
                  <a16:creationId xmlns:a16="http://schemas.microsoft.com/office/drawing/2014/main" id="{5DFEAAED-9CC2-4A44-ABFB-6CC6BC26E81B}"/>
                </a:ext>
              </a:extLst>
            </p:cNvPr>
            <p:cNvSpPr txBox="1"/>
            <p:nvPr/>
          </p:nvSpPr>
          <p:spPr>
            <a:xfrm>
              <a:off x="6643041" y="1666426"/>
              <a:ext cx="17828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Output tensor</a:t>
              </a:r>
            </a:p>
          </p:txBody>
        </p:sp>
      </p:grpSp>
      <p:sp>
        <p:nvSpPr>
          <p:cNvPr id="6" name="Rectángulo 5">
            <a:extLst>
              <a:ext uri="{FF2B5EF4-FFF2-40B4-BE49-F238E27FC236}">
                <a16:creationId xmlns:a16="http://schemas.microsoft.com/office/drawing/2014/main" id="{A88E2656-F3AC-E4C9-11FC-774E3FDBFB95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450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1931106" y="101019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Segmentation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DF6A43A-1703-42FD-AD2F-542F761A4167}"/>
              </a:ext>
            </a:extLst>
          </p:cNvPr>
          <p:cNvSpPr/>
          <p:nvPr/>
        </p:nvSpPr>
        <p:spPr>
          <a:xfrm>
            <a:off x="3217925" y="829646"/>
            <a:ext cx="2099332" cy="771686"/>
          </a:xfrm>
          <a:prstGeom prst="roundRect">
            <a:avLst>
              <a:gd name="adj" fmla="val 41219"/>
            </a:avLst>
          </a:prstGeom>
          <a:solidFill>
            <a:srgbClr val="FFB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574EE8-FF37-4A57-9C31-D56C38087A69}"/>
              </a:ext>
            </a:extLst>
          </p:cNvPr>
          <p:cNvSpPr txBox="1"/>
          <p:nvPr/>
        </p:nvSpPr>
        <p:spPr>
          <a:xfrm>
            <a:off x="3687143" y="953879"/>
            <a:ext cx="1160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YOLO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90B79F8-360A-472C-9F5D-716E701CA7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2"/>
          <a:stretch/>
        </p:blipFill>
        <p:spPr>
          <a:xfrm>
            <a:off x="0" y="1661091"/>
            <a:ext cx="9144000" cy="370040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13F67DE-DA74-40F9-85A6-32AB6DA4A115}"/>
              </a:ext>
            </a:extLst>
          </p:cNvPr>
          <p:cNvSpPr txBox="1"/>
          <p:nvPr/>
        </p:nvSpPr>
        <p:spPr>
          <a:xfrm>
            <a:off x="0" y="5976210"/>
            <a:ext cx="329449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 err="1"/>
              <a:t>Screen</a:t>
            </a:r>
            <a:r>
              <a:rPr lang="es-ES" sz="1050" dirty="0"/>
              <a:t> capture </a:t>
            </a:r>
            <a:r>
              <a:rPr lang="es-ES" sz="1050" dirty="0" err="1"/>
              <a:t>from</a:t>
            </a:r>
            <a:r>
              <a:rPr lang="es-ES" sz="1050" dirty="0"/>
              <a:t>: </a:t>
            </a:r>
            <a:r>
              <a:rPr lang="en-US" sz="1050" dirty="0">
                <a:hlinkClick r:id="rId3"/>
              </a:rPr>
              <a:t>How YOLO Object Detection Works</a:t>
            </a:r>
            <a:endParaRPr lang="es-ES" sz="105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9FBB8F8-2DD2-5165-C67D-EB21197C2696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723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rapecio 32">
            <a:extLst>
              <a:ext uri="{FF2B5EF4-FFF2-40B4-BE49-F238E27FC236}">
                <a16:creationId xmlns:a16="http://schemas.microsoft.com/office/drawing/2014/main" id="{AD9DA8FC-7F04-4502-883C-1937FA937A61}"/>
              </a:ext>
            </a:extLst>
          </p:cNvPr>
          <p:cNvSpPr/>
          <p:nvPr/>
        </p:nvSpPr>
        <p:spPr>
          <a:xfrm rot="16200000">
            <a:off x="2568718" y="2685371"/>
            <a:ext cx="1449818" cy="1136267"/>
          </a:xfrm>
          <a:prstGeom prst="trapezoid">
            <a:avLst>
              <a:gd name="adj" fmla="val 36655"/>
            </a:avLst>
          </a:prstGeom>
          <a:solidFill>
            <a:srgbClr val="F5B68B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1931106" y="101019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Segmentation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DF6A43A-1703-42FD-AD2F-542F761A4167}"/>
              </a:ext>
            </a:extLst>
          </p:cNvPr>
          <p:cNvSpPr/>
          <p:nvPr/>
        </p:nvSpPr>
        <p:spPr>
          <a:xfrm>
            <a:off x="3217925" y="747350"/>
            <a:ext cx="2099332" cy="771686"/>
          </a:xfrm>
          <a:prstGeom prst="roundRect">
            <a:avLst>
              <a:gd name="adj" fmla="val 41219"/>
            </a:avLst>
          </a:prstGeom>
          <a:solidFill>
            <a:srgbClr val="F5B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574EE8-FF37-4A57-9C31-D56C38087A69}"/>
              </a:ext>
            </a:extLst>
          </p:cNvPr>
          <p:cNvSpPr txBox="1"/>
          <p:nvPr/>
        </p:nvSpPr>
        <p:spPr>
          <a:xfrm>
            <a:off x="3760882" y="871583"/>
            <a:ext cx="10134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SAM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92AE613E-114B-41DF-B541-12FA3019154D}"/>
              </a:ext>
            </a:extLst>
          </p:cNvPr>
          <p:cNvGrpSpPr/>
          <p:nvPr/>
        </p:nvGrpSpPr>
        <p:grpSpPr>
          <a:xfrm>
            <a:off x="5871563" y="1916560"/>
            <a:ext cx="2728524" cy="2766931"/>
            <a:chOff x="3029789" y="1964656"/>
            <a:chExt cx="2728524" cy="2766931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091327D6-C7AD-47E1-BA34-B3CCE74FB6BC}"/>
                </a:ext>
              </a:extLst>
            </p:cNvPr>
            <p:cNvGrpSpPr/>
            <p:nvPr/>
          </p:nvGrpSpPr>
          <p:grpSpPr>
            <a:xfrm>
              <a:off x="3029789" y="1964656"/>
              <a:ext cx="2728524" cy="2766931"/>
              <a:chOff x="670284" y="1952762"/>
              <a:chExt cx="2728524" cy="2766931"/>
            </a:xfrm>
          </p:grpSpPr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B9381044-DBCD-402E-BF4B-5F2B5BA61AFF}"/>
                  </a:ext>
                </a:extLst>
              </p:cNvPr>
              <p:cNvSpPr/>
              <p:nvPr/>
            </p:nvSpPr>
            <p:spPr>
              <a:xfrm>
                <a:off x="672860" y="1952762"/>
                <a:ext cx="2725948" cy="2539727"/>
              </a:xfrm>
              <a:prstGeom prst="rect">
                <a:avLst/>
              </a:prstGeom>
              <a:solidFill>
                <a:schemeClr val="bg1"/>
              </a:solidFill>
              <a:ln w="571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10" name="Gráfico 9" descr="Perro">
                <a:extLst>
                  <a:ext uri="{FF2B5EF4-FFF2-40B4-BE49-F238E27FC236}">
                    <a16:creationId xmlns:a16="http://schemas.microsoft.com/office/drawing/2014/main" id="{F4613786-26BF-4FE2-9BD4-83A972727D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678094" y="3360303"/>
                <a:ext cx="1359390" cy="1359390"/>
              </a:xfrm>
              <a:prstGeom prst="rect">
                <a:avLst/>
              </a:prstGeom>
            </p:spPr>
          </p:pic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0B7A3980-0C36-458B-8E73-53CB6F573A2E}"/>
                  </a:ext>
                </a:extLst>
              </p:cNvPr>
              <p:cNvCxnSpPr/>
              <p:nvPr/>
            </p:nvCxnSpPr>
            <p:spPr>
              <a:xfrm>
                <a:off x="670284" y="2863932"/>
                <a:ext cx="2725948" cy="721546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" name="Gráfico 11" descr="Coche">
                <a:extLst>
                  <a:ext uri="{FF2B5EF4-FFF2-40B4-BE49-F238E27FC236}">
                    <a16:creationId xmlns:a16="http://schemas.microsoft.com/office/drawing/2014/main" id="{116A7055-F1B4-4065-9672-4D5F599768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 rot="1005961">
                <a:off x="949306" y="233345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11" name="Gráfico 10" descr="Béisbol">
                <a:extLst>
                  <a:ext uri="{FF2B5EF4-FFF2-40B4-BE49-F238E27FC236}">
                    <a16:creationId xmlns:a16="http://schemas.microsoft.com/office/drawing/2014/main" id="{E7EFBF67-8D3F-477D-88DB-B3B1576954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406506" y="2727508"/>
                <a:ext cx="1664898" cy="1664898"/>
              </a:xfrm>
              <a:prstGeom prst="rect">
                <a:avLst/>
              </a:prstGeom>
            </p:spPr>
          </p:pic>
        </p:grp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451AC17F-39EF-478A-AB91-5062BAA69B94}"/>
                </a:ext>
              </a:extLst>
            </p:cNvPr>
            <p:cNvSpPr/>
            <p:nvPr/>
          </p:nvSpPr>
          <p:spPr>
            <a:xfrm>
              <a:off x="3438607" y="2793031"/>
              <a:ext cx="144645" cy="144645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25F8FD79-1CE2-45F6-BBF6-8C94AC35E9E6}"/>
                </a:ext>
              </a:extLst>
            </p:cNvPr>
            <p:cNvSpPr/>
            <p:nvPr/>
          </p:nvSpPr>
          <p:spPr>
            <a:xfrm>
              <a:off x="3876757" y="2915609"/>
              <a:ext cx="144645" cy="144645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Rectángulo: esquinas redondeadas 16">
              <a:extLst>
                <a:ext uri="{FF2B5EF4-FFF2-40B4-BE49-F238E27FC236}">
                  <a16:creationId xmlns:a16="http://schemas.microsoft.com/office/drawing/2014/main" id="{8AAD441C-170B-4BC4-A187-BA76422659AA}"/>
                </a:ext>
              </a:extLst>
            </p:cNvPr>
            <p:cNvSpPr/>
            <p:nvPr/>
          </p:nvSpPr>
          <p:spPr>
            <a:xfrm rot="2720495">
              <a:off x="4464298" y="2731683"/>
              <a:ext cx="105145" cy="528139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959AD0E-CD1D-4B75-BEEA-E47D4B1575DC}"/>
              </a:ext>
            </a:extLst>
          </p:cNvPr>
          <p:cNvSpPr/>
          <p:nvPr/>
        </p:nvSpPr>
        <p:spPr>
          <a:xfrm>
            <a:off x="0" y="5968516"/>
            <a:ext cx="155683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050" dirty="0" err="1"/>
              <a:t>Some</a:t>
            </a:r>
            <a:r>
              <a:rPr lang="es-ES" sz="1050" dirty="0"/>
              <a:t> </a:t>
            </a:r>
            <a:r>
              <a:rPr lang="es-ES" sz="1050" dirty="0" err="1"/>
              <a:t>info</a:t>
            </a:r>
            <a:r>
              <a:rPr lang="es-ES" sz="1050" dirty="0"/>
              <a:t> </a:t>
            </a:r>
            <a:r>
              <a:rPr lang="es-ES" sz="1050" dirty="0" err="1"/>
              <a:t>from</a:t>
            </a:r>
            <a:r>
              <a:rPr lang="es-ES" sz="1050" dirty="0"/>
              <a:t>: </a:t>
            </a:r>
            <a:r>
              <a:rPr lang="es-ES" sz="1050" dirty="0">
                <a:hlinkClick r:id="rId5"/>
              </a:rPr>
              <a:t>AI SAM</a:t>
            </a:r>
            <a:endParaRPr lang="es-ES" sz="1050" dirty="0"/>
          </a:p>
        </p:txBody>
      </p:sp>
      <p:sp>
        <p:nvSpPr>
          <p:cNvPr id="20" name="Trapecio 19">
            <a:extLst>
              <a:ext uri="{FF2B5EF4-FFF2-40B4-BE49-F238E27FC236}">
                <a16:creationId xmlns:a16="http://schemas.microsoft.com/office/drawing/2014/main" id="{256A299D-7123-43D6-BB16-67EBDC221A30}"/>
              </a:ext>
            </a:extLst>
          </p:cNvPr>
          <p:cNvSpPr/>
          <p:nvPr/>
        </p:nvSpPr>
        <p:spPr>
          <a:xfrm rot="5400000">
            <a:off x="516534" y="1781129"/>
            <a:ext cx="1449818" cy="1136267"/>
          </a:xfrm>
          <a:prstGeom prst="trapezoid">
            <a:avLst>
              <a:gd name="adj" fmla="val 36655"/>
            </a:avLst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Trapecio 21">
            <a:extLst>
              <a:ext uri="{FF2B5EF4-FFF2-40B4-BE49-F238E27FC236}">
                <a16:creationId xmlns:a16="http://schemas.microsoft.com/office/drawing/2014/main" id="{02AFCB1D-3A34-47E3-BB8F-7D297E6825FB}"/>
              </a:ext>
            </a:extLst>
          </p:cNvPr>
          <p:cNvSpPr/>
          <p:nvPr/>
        </p:nvSpPr>
        <p:spPr>
          <a:xfrm rot="5400000">
            <a:off x="516534" y="3625772"/>
            <a:ext cx="1449818" cy="1136267"/>
          </a:xfrm>
          <a:prstGeom prst="trapezoid">
            <a:avLst>
              <a:gd name="adj" fmla="val 36655"/>
            </a:avLst>
          </a:prstGeom>
          <a:solidFill>
            <a:srgbClr val="A2B0EC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2C6D713D-21F4-449C-89EE-25438A2A7516}"/>
              </a:ext>
            </a:extLst>
          </p:cNvPr>
          <p:cNvCxnSpPr>
            <a:cxnSpLocks/>
            <a:stCxn id="20" idx="0"/>
          </p:cNvCxnSpPr>
          <p:nvPr/>
        </p:nvCxnSpPr>
        <p:spPr>
          <a:xfrm>
            <a:off x="1809577" y="2349263"/>
            <a:ext cx="914400" cy="724909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: angular 25">
            <a:extLst>
              <a:ext uri="{FF2B5EF4-FFF2-40B4-BE49-F238E27FC236}">
                <a16:creationId xmlns:a16="http://schemas.microsoft.com/office/drawing/2014/main" id="{54AE896C-B788-4FC3-B35F-F9307D723F2B}"/>
              </a:ext>
            </a:extLst>
          </p:cNvPr>
          <p:cNvCxnSpPr>
            <a:cxnSpLocks/>
            <a:stCxn id="22" idx="0"/>
          </p:cNvCxnSpPr>
          <p:nvPr/>
        </p:nvCxnSpPr>
        <p:spPr>
          <a:xfrm flipV="1">
            <a:off x="1809577" y="3468996"/>
            <a:ext cx="914400" cy="724910"/>
          </a:xfrm>
          <a:prstGeom prst="bentConnector3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Gráfico 30" descr="Imagen">
            <a:extLst>
              <a:ext uri="{FF2B5EF4-FFF2-40B4-BE49-F238E27FC236}">
                <a16:creationId xmlns:a16="http://schemas.microsoft.com/office/drawing/2014/main" id="{AD4F3B26-9321-4075-8813-3B09F4680D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1780" y="2029269"/>
            <a:ext cx="639986" cy="639986"/>
          </a:xfrm>
          <a:prstGeom prst="rect">
            <a:avLst/>
          </a:prstGeom>
        </p:spPr>
      </p:pic>
      <p:pic>
        <p:nvPicPr>
          <p:cNvPr id="35" name="Gráfico 34" descr="Burbuja de chat">
            <a:extLst>
              <a:ext uri="{FF2B5EF4-FFF2-40B4-BE49-F238E27FC236}">
                <a16:creationId xmlns:a16="http://schemas.microsoft.com/office/drawing/2014/main" id="{55387241-7E38-4C20-9319-7D6C00D318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894" y="3827026"/>
            <a:ext cx="733759" cy="733759"/>
          </a:xfrm>
          <a:prstGeom prst="rect">
            <a:avLst/>
          </a:prstGeom>
        </p:spPr>
      </p:pic>
      <p:grpSp>
        <p:nvGrpSpPr>
          <p:cNvPr id="38" name="Grupo 37">
            <a:extLst>
              <a:ext uri="{FF2B5EF4-FFF2-40B4-BE49-F238E27FC236}">
                <a16:creationId xmlns:a16="http://schemas.microsoft.com/office/drawing/2014/main" id="{67B67C26-4E50-4E16-9DC0-6E4AA2958E45}"/>
              </a:ext>
            </a:extLst>
          </p:cNvPr>
          <p:cNvGrpSpPr/>
          <p:nvPr/>
        </p:nvGrpSpPr>
        <p:grpSpPr>
          <a:xfrm>
            <a:off x="2969216" y="2882562"/>
            <a:ext cx="672149" cy="814868"/>
            <a:chOff x="2885938" y="2859078"/>
            <a:chExt cx="1151609" cy="1396132"/>
          </a:xfrm>
        </p:grpSpPr>
        <p:pic>
          <p:nvPicPr>
            <p:cNvPr id="37" name="Gráfico 36" descr="Tabla">
              <a:extLst>
                <a:ext uri="{FF2B5EF4-FFF2-40B4-BE49-F238E27FC236}">
                  <a16:creationId xmlns:a16="http://schemas.microsoft.com/office/drawing/2014/main" id="{FA3D4C04-5BFD-4B64-9CD4-1AE4117F409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92288" y="2859078"/>
              <a:ext cx="635916" cy="914400"/>
            </a:xfrm>
            <a:prstGeom prst="rect">
              <a:avLst/>
            </a:prstGeom>
          </p:spPr>
        </p:pic>
        <p:pic>
          <p:nvPicPr>
            <p:cNvPr id="39" name="Gráfico 38" descr="Tabla">
              <a:extLst>
                <a:ext uri="{FF2B5EF4-FFF2-40B4-BE49-F238E27FC236}">
                  <a16:creationId xmlns:a16="http://schemas.microsoft.com/office/drawing/2014/main" id="{5BC8868C-4002-45B7-98A2-983572DD75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97814" y="2859078"/>
              <a:ext cx="635916" cy="914400"/>
            </a:xfrm>
            <a:prstGeom prst="rect">
              <a:avLst/>
            </a:prstGeom>
          </p:spPr>
        </p:pic>
        <p:pic>
          <p:nvPicPr>
            <p:cNvPr id="40" name="Gráfico 39" descr="Tabla">
              <a:extLst>
                <a:ext uri="{FF2B5EF4-FFF2-40B4-BE49-F238E27FC236}">
                  <a16:creationId xmlns:a16="http://schemas.microsoft.com/office/drawing/2014/main" id="{45DDFE23-88DB-4EC5-B7DF-8BF1DB2B67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85938" y="3340810"/>
              <a:ext cx="635915" cy="914400"/>
            </a:xfrm>
            <a:prstGeom prst="rect">
              <a:avLst/>
            </a:prstGeom>
          </p:spPr>
        </p:pic>
        <p:pic>
          <p:nvPicPr>
            <p:cNvPr id="41" name="Gráfico 40" descr="Tabla">
              <a:extLst>
                <a:ext uri="{FF2B5EF4-FFF2-40B4-BE49-F238E27FC236}">
                  <a16:creationId xmlns:a16="http://schemas.microsoft.com/office/drawing/2014/main" id="{91FAF5DF-C4EF-4379-AC50-259EC95A81D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401631" y="3340810"/>
              <a:ext cx="635916" cy="914400"/>
            </a:xfrm>
            <a:prstGeom prst="rect">
              <a:avLst/>
            </a:prstGeom>
          </p:spPr>
        </p:pic>
      </p:grpSp>
      <p:pic>
        <p:nvPicPr>
          <p:cNvPr id="43" name="Gráfico 42" descr="Estrella">
            <a:extLst>
              <a:ext uri="{FF2B5EF4-FFF2-40B4-BE49-F238E27FC236}">
                <a16:creationId xmlns:a16="http://schemas.microsoft.com/office/drawing/2014/main" id="{4EBC8023-0311-4BE6-8979-5188D427EA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77142" y="3043918"/>
            <a:ext cx="469938" cy="469938"/>
          </a:xfrm>
          <a:prstGeom prst="rect">
            <a:avLst/>
          </a:prstGeom>
        </p:spPr>
      </p:pic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5CF720B9-91A4-4EE8-8EB0-CA4D5858010C}"/>
              </a:ext>
            </a:extLst>
          </p:cNvPr>
          <p:cNvSpPr/>
          <p:nvPr/>
        </p:nvSpPr>
        <p:spPr>
          <a:xfrm>
            <a:off x="4360471" y="2998000"/>
            <a:ext cx="1136268" cy="5110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0032FAC-E374-5209-2562-50CAB06647AF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97621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1729930" y="101019"/>
            <a:ext cx="5541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Vision-Language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</a:t>
            </a:r>
            <a:endParaRPr lang="es-ES" sz="3600" dirty="0">
              <a:solidFill>
                <a:srgbClr val="223D7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DF6A43A-1703-42FD-AD2F-542F761A4167}"/>
              </a:ext>
            </a:extLst>
          </p:cNvPr>
          <p:cNvSpPr/>
          <p:nvPr/>
        </p:nvSpPr>
        <p:spPr>
          <a:xfrm>
            <a:off x="3217925" y="747350"/>
            <a:ext cx="2099332" cy="771686"/>
          </a:xfrm>
          <a:prstGeom prst="roundRect">
            <a:avLst>
              <a:gd name="adj" fmla="val 41219"/>
            </a:avLst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574EE8-FF37-4A57-9C31-D56C38087A69}"/>
              </a:ext>
            </a:extLst>
          </p:cNvPr>
          <p:cNvSpPr txBox="1"/>
          <p:nvPr/>
        </p:nvSpPr>
        <p:spPr>
          <a:xfrm>
            <a:off x="3784928" y="871583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CLIP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23AC8A89-7D92-424B-B424-C15BB93DFF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b="10307"/>
          <a:stretch/>
        </p:blipFill>
        <p:spPr>
          <a:xfrm>
            <a:off x="4572000" y="1634647"/>
            <a:ext cx="4572000" cy="358870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99038EB-7A59-4011-A174-4B9DE6FE63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60" r="50694" b="16974"/>
          <a:stretch/>
        </p:blipFill>
        <p:spPr>
          <a:xfrm>
            <a:off x="63500" y="1830325"/>
            <a:ext cx="4508500" cy="321157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D3BAAC70-AADE-4BFF-A422-088C27BB67CC}"/>
              </a:ext>
            </a:extLst>
          </p:cNvPr>
          <p:cNvSpPr txBox="1"/>
          <p:nvPr/>
        </p:nvSpPr>
        <p:spPr>
          <a:xfrm>
            <a:off x="0" y="5674458"/>
            <a:ext cx="165462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050" dirty="0"/>
              <a:t>Pipeline </a:t>
            </a:r>
            <a:r>
              <a:rPr lang="es-ES" sz="1050" dirty="0" err="1"/>
              <a:t>from</a:t>
            </a:r>
            <a:r>
              <a:rPr lang="es-ES" sz="1050" dirty="0"/>
              <a:t>: </a:t>
            </a:r>
            <a:r>
              <a:rPr lang="es-ES" sz="1050" dirty="0">
                <a:hlinkClick r:id="rId3"/>
              </a:rPr>
              <a:t>CLIP </a:t>
            </a:r>
            <a:r>
              <a:rPr lang="es-ES" sz="1050" dirty="0" err="1">
                <a:hlinkClick r:id="rId3"/>
              </a:rPr>
              <a:t>OpenIA</a:t>
            </a:r>
            <a:endParaRPr lang="es-ES" sz="105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C0FBDBF-8098-CB47-2F5E-1243C5885A1D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596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19537D37-8924-41E9-863E-6876C8B53123}"/>
              </a:ext>
            </a:extLst>
          </p:cNvPr>
          <p:cNvSpPr/>
          <p:nvPr/>
        </p:nvSpPr>
        <p:spPr>
          <a:xfrm>
            <a:off x="978962" y="1931988"/>
            <a:ext cx="1206964" cy="1206964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51FF10D8-D85D-447A-B12C-83796AF4B2B5}"/>
              </a:ext>
            </a:extLst>
          </p:cNvPr>
          <p:cNvSpPr/>
          <p:nvPr/>
        </p:nvSpPr>
        <p:spPr>
          <a:xfrm>
            <a:off x="943271" y="3789930"/>
            <a:ext cx="1206964" cy="1206964"/>
          </a:xfrm>
          <a:prstGeom prst="rect">
            <a:avLst/>
          </a:prstGeom>
          <a:solidFill>
            <a:srgbClr val="D88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DF6A43A-1703-42FD-AD2F-542F761A4167}"/>
              </a:ext>
            </a:extLst>
          </p:cNvPr>
          <p:cNvSpPr/>
          <p:nvPr/>
        </p:nvSpPr>
        <p:spPr>
          <a:xfrm>
            <a:off x="3217925" y="747350"/>
            <a:ext cx="2099332" cy="771686"/>
          </a:xfrm>
          <a:prstGeom prst="roundRect">
            <a:avLst>
              <a:gd name="adj" fmla="val 41219"/>
            </a:avLst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574EE8-FF37-4A57-9C31-D56C38087A69}"/>
              </a:ext>
            </a:extLst>
          </p:cNvPr>
          <p:cNvSpPr txBox="1"/>
          <p:nvPr/>
        </p:nvSpPr>
        <p:spPr>
          <a:xfrm>
            <a:off x="3784928" y="871583"/>
            <a:ext cx="965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CLIP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ED435E9-B332-4DB0-BF05-0D2433DFF55A}"/>
              </a:ext>
            </a:extLst>
          </p:cNvPr>
          <p:cNvSpPr txBox="1"/>
          <p:nvPr/>
        </p:nvSpPr>
        <p:spPr>
          <a:xfrm>
            <a:off x="1729930" y="101019"/>
            <a:ext cx="55419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Vision-Language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model</a:t>
            </a:r>
            <a:endParaRPr lang="es-ES" sz="3600" dirty="0">
              <a:solidFill>
                <a:srgbClr val="223D7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0C7AE1AC-E43D-4CB8-8FCE-1AF01682C7A7}"/>
              </a:ext>
            </a:extLst>
          </p:cNvPr>
          <p:cNvGrpSpPr/>
          <p:nvPr/>
        </p:nvGrpSpPr>
        <p:grpSpPr>
          <a:xfrm>
            <a:off x="3002158" y="2061199"/>
            <a:ext cx="3139684" cy="2735602"/>
            <a:chOff x="2625360" y="2001236"/>
            <a:chExt cx="3767404" cy="3282533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EA161584-A325-46D1-B851-59A5B8044406}"/>
                </a:ext>
              </a:extLst>
            </p:cNvPr>
            <p:cNvGrpSpPr/>
            <p:nvPr/>
          </p:nvGrpSpPr>
          <p:grpSpPr>
            <a:xfrm>
              <a:off x="2625360" y="2001236"/>
              <a:ext cx="3767404" cy="3282533"/>
              <a:chOff x="1724024" y="1874155"/>
              <a:chExt cx="3767404" cy="3282533"/>
            </a:xfrm>
          </p:grpSpPr>
          <p:cxnSp>
            <p:nvCxnSpPr>
              <p:cNvPr id="10" name="Conector recto de flecha 9">
                <a:extLst>
                  <a:ext uri="{FF2B5EF4-FFF2-40B4-BE49-F238E27FC236}">
                    <a16:creationId xmlns:a16="http://schemas.microsoft.com/office/drawing/2014/main" id="{C5F39354-3E42-42C0-9F4B-7E1F4EC7A191}"/>
                  </a:ext>
                </a:extLst>
              </p:cNvPr>
              <p:cNvCxnSpPr/>
              <p:nvPr/>
            </p:nvCxnSpPr>
            <p:spPr>
              <a:xfrm flipV="1">
                <a:off x="3236975" y="1874155"/>
                <a:ext cx="0" cy="2069195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de flecha 14">
                <a:extLst>
                  <a:ext uri="{FF2B5EF4-FFF2-40B4-BE49-F238E27FC236}">
                    <a16:creationId xmlns:a16="http://schemas.microsoft.com/office/drawing/2014/main" id="{BCB5314C-0BB5-414C-866A-A72A20D7A6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724024" y="3943351"/>
                <a:ext cx="1512951" cy="1213337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recto de flecha 16">
                <a:extLst>
                  <a:ext uri="{FF2B5EF4-FFF2-40B4-BE49-F238E27FC236}">
                    <a16:creationId xmlns:a16="http://schemas.microsoft.com/office/drawing/2014/main" id="{A0EA914B-6635-4873-A9FB-234AA2935D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6975" y="3943350"/>
                <a:ext cx="2254453" cy="0"/>
              </a:xfrm>
              <a:prstGeom prst="straightConnector1">
                <a:avLst/>
              </a:prstGeom>
              <a:ln w="571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99D58C52-4D64-43AC-BDEB-7B7488CAF8AE}"/>
                </a:ext>
              </a:extLst>
            </p:cNvPr>
            <p:cNvGrpSpPr/>
            <p:nvPr/>
          </p:nvGrpSpPr>
          <p:grpSpPr>
            <a:xfrm>
              <a:off x="3211337" y="3858294"/>
              <a:ext cx="2658350" cy="1190481"/>
              <a:chOff x="3499106" y="3845500"/>
              <a:chExt cx="2658350" cy="1190481"/>
            </a:xfrm>
          </p:grpSpPr>
          <p:sp>
            <p:nvSpPr>
              <p:cNvPr id="22" name="Rectángulo: esquinas redondeadas 21">
                <a:extLst>
                  <a:ext uri="{FF2B5EF4-FFF2-40B4-BE49-F238E27FC236}">
                    <a16:creationId xmlns:a16="http://schemas.microsoft.com/office/drawing/2014/main" id="{B4C2650B-BC86-4039-8914-BA2142078670}"/>
                  </a:ext>
                </a:extLst>
              </p:cNvPr>
              <p:cNvSpPr/>
              <p:nvPr/>
            </p:nvSpPr>
            <p:spPr>
              <a:xfrm>
                <a:off x="4620486" y="3845500"/>
                <a:ext cx="1536970" cy="1007516"/>
              </a:xfrm>
              <a:prstGeom prst="roundRect">
                <a:avLst/>
              </a:prstGeom>
              <a:solidFill>
                <a:srgbClr val="D889FF"/>
              </a:solidFill>
              <a:ln w="38100">
                <a:solidFill>
                  <a:schemeClr val="tx1"/>
                </a:solidFill>
              </a:ln>
              <a:scene3d>
                <a:camera prst="isometricOffAxis2Left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0" name="Rectángulo: esquinas redondeadas 19">
                <a:extLst>
                  <a:ext uri="{FF2B5EF4-FFF2-40B4-BE49-F238E27FC236}">
                    <a16:creationId xmlns:a16="http://schemas.microsoft.com/office/drawing/2014/main" id="{9D1B1579-A64B-486E-A3C7-1D2A96380253}"/>
                  </a:ext>
                </a:extLst>
              </p:cNvPr>
              <p:cNvSpPr/>
              <p:nvPr/>
            </p:nvSpPr>
            <p:spPr>
              <a:xfrm>
                <a:off x="3499106" y="4028465"/>
                <a:ext cx="1536970" cy="1007516"/>
              </a:xfrm>
              <a:prstGeom prst="roundRect">
                <a:avLst/>
              </a:prstGeom>
              <a:solidFill>
                <a:srgbClr val="BDD7EE"/>
              </a:solidFill>
              <a:ln w="38100">
                <a:solidFill>
                  <a:schemeClr val="tx1"/>
                </a:solidFill>
              </a:ln>
              <a:scene3d>
                <a:camera prst="isometricOffAxis2Left"/>
                <a:lightRig rig="threePt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1" name="Rectángulo 20">
                <a:extLst>
                  <a:ext uri="{FF2B5EF4-FFF2-40B4-BE49-F238E27FC236}">
                    <a16:creationId xmlns:a16="http://schemas.microsoft.com/office/drawing/2014/main" id="{91094E48-82E7-45D1-B80E-688340F3FA16}"/>
                  </a:ext>
                </a:extLst>
              </p:cNvPr>
              <p:cNvSpPr/>
              <p:nvPr/>
            </p:nvSpPr>
            <p:spPr>
              <a:xfrm>
                <a:off x="3738973" y="4303917"/>
                <a:ext cx="1069848" cy="443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 err="1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Image</a:t>
                </a:r>
                <a:endParaRPr lang="es-ES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8089976F-1975-406F-9BFC-432F54D6B874}"/>
                  </a:ext>
                </a:extLst>
              </p:cNvPr>
              <p:cNvSpPr/>
              <p:nvPr/>
            </p:nvSpPr>
            <p:spPr>
              <a:xfrm rot="376035">
                <a:off x="4963197" y="4092785"/>
                <a:ext cx="840951" cy="443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s-ES" dirty="0"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Text</a:t>
                </a:r>
                <a:endParaRPr lang="es-ES" dirty="0"/>
              </a:p>
            </p:txBody>
          </p:sp>
        </p:grpSp>
      </p:grpSp>
      <p:pic>
        <p:nvPicPr>
          <p:cNvPr id="28" name="Gráfico 27" descr="Imagen">
            <a:extLst>
              <a:ext uri="{FF2B5EF4-FFF2-40B4-BE49-F238E27FC236}">
                <a16:creationId xmlns:a16="http://schemas.microsoft.com/office/drawing/2014/main" id="{F92B5F7F-DC59-4734-B29F-049BB8CB0E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3916" y="2222917"/>
            <a:ext cx="639986" cy="639986"/>
          </a:xfrm>
          <a:prstGeom prst="rect">
            <a:avLst/>
          </a:prstGeom>
        </p:spPr>
      </p:pic>
      <p:pic>
        <p:nvPicPr>
          <p:cNvPr id="29" name="Gráfico 28" descr="Burbuja de chat">
            <a:extLst>
              <a:ext uri="{FF2B5EF4-FFF2-40B4-BE49-F238E27FC236}">
                <a16:creationId xmlns:a16="http://schemas.microsoft.com/office/drawing/2014/main" id="{C8D3E000-9B03-422B-B1AB-07C2877459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9873" y="4063042"/>
            <a:ext cx="733759" cy="733759"/>
          </a:xfrm>
          <a:prstGeom prst="rect">
            <a:avLst/>
          </a:prstGeom>
        </p:spPr>
      </p:pic>
      <p:sp>
        <p:nvSpPr>
          <p:cNvPr id="32" name="Cerrar llave 31">
            <a:extLst>
              <a:ext uri="{FF2B5EF4-FFF2-40B4-BE49-F238E27FC236}">
                <a16:creationId xmlns:a16="http://schemas.microsoft.com/office/drawing/2014/main" id="{3C239617-49AD-4E67-BBC3-83B2D70CAF6E}"/>
              </a:ext>
            </a:extLst>
          </p:cNvPr>
          <p:cNvSpPr/>
          <p:nvPr/>
        </p:nvSpPr>
        <p:spPr>
          <a:xfrm>
            <a:off x="2350109" y="1925889"/>
            <a:ext cx="273598" cy="3084634"/>
          </a:xfrm>
          <a:prstGeom prst="rightBrace">
            <a:avLst>
              <a:gd name="adj1" fmla="val 33399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errar llave 32">
            <a:extLst>
              <a:ext uri="{FF2B5EF4-FFF2-40B4-BE49-F238E27FC236}">
                <a16:creationId xmlns:a16="http://schemas.microsoft.com/office/drawing/2014/main" id="{FAC2BF54-4F13-4474-9730-4065DC553A96}"/>
              </a:ext>
            </a:extLst>
          </p:cNvPr>
          <p:cNvSpPr/>
          <p:nvPr/>
        </p:nvSpPr>
        <p:spPr>
          <a:xfrm>
            <a:off x="6362326" y="1925889"/>
            <a:ext cx="273598" cy="3084634"/>
          </a:xfrm>
          <a:prstGeom prst="rightBrace">
            <a:avLst>
              <a:gd name="adj1" fmla="val 33399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FE33097-981E-4329-BA34-29B01523E9DC}"/>
              </a:ext>
            </a:extLst>
          </p:cNvPr>
          <p:cNvSpPr/>
          <p:nvPr/>
        </p:nvSpPr>
        <p:spPr>
          <a:xfrm>
            <a:off x="7085326" y="3013501"/>
            <a:ext cx="17058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Cosine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Similarity</a:t>
            </a:r>
            <a:endParaRPr lang="es-ES" sz="2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B94A666-7ECA-C48D-1E40-F848C0414866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6065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3780974" y="101019"/>
            <a:ext cx="1439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YOLO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ABEF5C-7EBD-4A90-851B-8583CF4D18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85"/>
          <a:stretch/>
        </p:blipFill>
        <p:spPr bwMode="auto">
          <a:xfrm>
            <a:off x="1174898" y="747350"/>
            <a:ext cx="6651969" cy="501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F733041-0A8B-2B31-B755-EDD914A20436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095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3875551" y="101019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SAM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B3346AA-6663-4F1C-9DE7-AF708384D7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57" b="510"/>
          <a:stretch/>
        </p:blipFill>
        <p:spPr>
          <a:xfrm>
            <a:off x="1174708" y="735337"/>
            <a:ext cx="6468012" cy="5129068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9C270D44-BACF-2BB8-79A5-9CC5A90AAE1B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8761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o 45">
            <a:extLst>
              <a:ext uri="{FF2B5EF4-FFF2-40B4-BE49-F238E27FC236}">
                <a16:creationId xmlns:a16="http://schemas.microsoft.com/office/drawing/2014/main" id="{8263E816-C35E-40D5-9760-E4DC4E17A18C}"/>
              </a:ext>
            </a:extLst>
          </p:cNvPr>
          <p:cNvGrpSpPr/>
          <p:nvPr/>
        </p:nvGrpSpPr>
        <p:grpSpPr>
          <a:xfrm>
            <a:off x="164963" y="1104023"/>
            <a:ext cx="8638486" cy="1855641"/>
            <a:chOff x="245445" y="1901813"/>
            <a:chExt cx="8638486" cy="1855641"/>
          </a:xfrm>
        </p:grpSpPr>
        <p:pic>
          <p:nvPicPr>
            <p:cNvPr id="68" name="Imagen 67">
              <a:extLst>
                <a:ext uri="{FF2B5EF4-FFF2-40B4-BE49-F238E27FC236}">
                  <a16:creationId xmlns:a16="http://schemas.microsoft.com/office/drawing/2014/main" id="{9DEB0944-DC35-4E9F-AE2A-1D2F3DBFCD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6806" t="69138" r="50000" b="-1865"/>
            <a:stretch/>
          </p:blipFill>
          <p:spPr>
            <a:xfrm>
              <a:off x="3319390" y="1901813"/>
              <a:ext cx="2509447" cy="1855641"/>
            </a:xfrm>
            <a:prstGeom prst="rect">
              <a:avLst/>
            </a:prstGeom>
          </p:spPr>
        </p:pic>
        <p:sp>
          <p:nvSpPr>
            <p:cNvPr id="69" name="Rectángulo 68">
              <a:extLst>
                <a:ext uri="{FF2B5EF4-FFF2-40B4-BE49-F238E27FC236}">
                  <a16:creationId xmlns:a16="http://schemas.microsoft.com/office/drawing/2014/main" id="{0804A143-C7FF-411B-A01B-099A209F8791}"/>
                </a:ext>
              </a:extLst>
            </p:cNvPr>
            <p:cNvSpPr/>
            <p:nvPr/>
          </p:nvSpPr>
          <p:spPr>
            <a:xfrm>
              <a:off x="275517" y="2367967"/>
              <a:ext cx="230704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An</a:t>
              </a:r>
              <a:r>
                <a:rPr lang="es-E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open </a:t>
              </a:r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book</a:t>
              </a:r>
              <a:endParaRPr lang="es-ES" sz="2400" dirty="0"/>
            </a:p>
          </p:txBody>
        </p:sp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BA23C0FB-C5C4-4F0A-BF42-B26B83E71B08}"/>
                </a:ext>
              </a:extLst>
            </p:cNvPr>
            <p:cNvSpPr/>
            <p:nvPr/>
          </p:nvSpPr>
          <p:spPr>
            <a:xfrm>
              <a:off x="6565668" y="2379328"/>
              <a:ext cx="23182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A </a:t>
              </a:r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closed</a:t>
              </a:r>
              <a:r>
                <a:rPr lang="es-E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book</a:t>
              </a:r>
              <a:endParaRPr lang="es-ES" sz="2400" dirty="0"/>
            </a:p>
          </p:txBody>
        </p:sp>
        <p:cxnSp>
          <p:nvCxnSpPr>
            <p:cNvPr id="71" name="Conector recto de flecha 70">
              <a:extLst>
                <a:ext uri="{FF2B5EF4-FFF2-40B4-BE49-F238E27FC236}">
                  <a16:creationId xmlns:a16="http://schemas.microsoft.com/office/drawing/2014/main" id="{F208700F-FBFD-4D1E-A3FE-512B19F0CE0A}"/>
                </a:ext>
              </a:extLst>
            </p:cNvPr>
            <p:cNvCxnSpPr>
              <a:stCxn id="69" idx="3"/>
            </p:cNvCxnSpPr>
            <p:nvPr/>
          </p:nvCxnSpPr>
          <p:spPr>
            <a:xfrm flipV="1">
              <a:off x="2582559" y="2598799"/>
              <a:ext cx="736831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Conector recto de flecha 71">
              <a:extLst>
                <a:ext uri="{FF2B5EF4-FFF2-40B4-BE49-F238E27FC236}">
                  <a16:creationId xmlns:a16="http://schemas.microsoft.com/office/drawing/2014/main" id="{34ADA6B2-8B55-4FF6-97B0-94E25F18B5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4409" y="2610160"/>
              <a:ext cx="711259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ángulo: esquinas redondeadas 72">
              <a:extLst>
                <a:ext uri="{FF2B5EF4-FFF2-40B4-BE49-F238E27FC236}">
                  <a16:creationId xmlns:a16="http://schemas.microsoft.com/office/drawing/2014/main" id="{B70BF407-D136-481E-81A9-ADC0B78D2B25}"/>
                </a:ext>
              </a:extLst>
            </p:cNvPr>
            <p:cNvSpPr/>
            <p:nvPr/>
          </p:nvSpPr>
          <p:spPr>
            <a:xfrm>
              <a:off x="245445" y="2068274"/>
              <a:ext cx="2307042" cy="1061049"/>
            </a:xfrm>
            <a:prstGeom prst="roundRect">
              <a:avLst>
                <a:gd name="adj" fmla="val 50000"/>
              </a:avLst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5" name="Rectángulo: esquinas redondeadas 74">
              <a:extLst>
                <a:ext uri="{FF2B5EF4-FFF2-40B4-BE49-F238E27FC236}">
                  <a16:creationId xmlns:a16="http://schemas.microsoft.com/office/drawing/2014/main" id="{3EB561B0-0EC0-4CD5-9719-E166F9FB3CC0}"/>
                </a:ext>
              </a:extLst>
            </p:cNvPr>
            <p:cNvSpPr/>
            <p:nvPr/>
          </p:nvSpPr>
          <p:spPr>
            <a:xfrm>
              <a:off x="6540096" y="2079635"/>
              <a:ext cx="2307042" cy="1061049"/>
            </a:xfrm>
            <a:prstGeom prst="roundRect">
              <a:avLst>
                <a:gd name="adj" fmla="val 50000"/>
              </a:avLst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77" name="Grupo 76">
              <a:extLst>
                <a:ext uri="{FF2B5EF4-FFF2-40B4-BE49-F238E27FC236}">
                  <a16:creationId xmlns:a16="http://schemas.microsoft.com/office/drawing/2014/main" id="{F1272E16-D822-4A20-B52E-9C546052AD14}"/>
                </a:ext>
              </a:extLst>
            </p:cNvPr>
            <p:cNvGrpSpPr/>
            <p:nvPr/>
          </p:nvGrpSpPr>
          <p:grpSpPr>
            <a:xfrm>
              <a:off x="6017995" y="2799584"/>
              <a:ext cx="507595" cy="507595"/>
              <a:chOff x="6299942" y="735220"/>
              <a:chExt cx="935883" cy="935883"/>
            </a:xfrm>
          </p:grpSpPr>
          <p:sp>
            <p:nvSpPr>
              <p:cNvPr id="78" name="Elipse 77">
                <a:extLst>
                  <a:ext uri="{FF2B5EF4-FFF2-40B4-BE49-F238E27FC236}">
                    <a16:creationId xmlns:a16="http://schemas.microsoft.com/office/drawing/2014/main" id="{C4EC481B-0D98-41F9-95D9-6FD071832ECA}"/>
                  </a:ext>
                </a:extLst>
              </p:cNvPr>
              <p:cNvSpPr/>
              <p:nvPr/>
            </p:nvSpPr>
            <p:spPr>
              <a:xfrm>
                <a:off x="6299942" y="735220"/>
                <a:ext cx="935883" cy="93588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79" name="Gráfico 78" descr="Cerrar">
                <a:extLst>
                  <a:ext uri="{FF2B5EF4-FFF2-40B4-BE49-F238E27FC236}">
                    <a16:creationId xmlns:a16="http://schemas.microsoft.com/office/drawing/2014/main" id="{82C6D9E6-07BE-4038-B7A5-382C49035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402348" y="857446"/>
                <a:ext cx="731069" cy="731069"/>
              </a:xfrm>
              <a:prstGeom prst="rect">
                <a:avLst/>
              </a:prstGeom>
            </p:spPr>
          </p:pic>
        </p:grpSp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47487BDA-DE6A-4ACD-A6F0-941411CD7850}"/>
                </a:ext>
              </a:extLst>
            </p:cNvPr>
            <p:cNvGrpSpPr/>
            <p:nvPr/>
          </p:nvGrpSpPr>
          <p:grpSpPr>
            <a:xfrm>
              <a:off x="2612842" y="2799584"/>
              <a:ext cx="507595" cy="507595"/>
              <a:chOff x="3190240" y="753063"/>
              <a:chExt cx="1106217" cy="1106217"/>
            </a:xfrm>
          </p:grpSpPr>
          <p:sp>
            <p:nvSpPr>
              <p:cNvPr id="81" name="Elipse 80">
                <a:extLst>
                  <a:ext uri="{FF2B5EF4-FFF2-40B4-BE49-F238E27FC236}">
                    <a16:creationId xmlns:a16="http://schemas.microsoft.com/office/drawing/2014/main" id="{13C19F5A-1E81-4B8D-886F-1BE50958A2AE}"/>
                  </a:ext>
                </a:extLst>
              </p:cNvPr>
              <p:cNvSpPr/>
              <p:nvPr/>
            </p:nvSpPr>
            <p:spPr>
              <a:xfrm>
                <a:off x="3190240" y="753063"/>
                <a:ext cx="1106217" cy="1106217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82" name="Gráfico 81" descr="Marca de verificación">
                <a:extLst>
                  <a:ext uri="{FF2B5EF4-FFF2-40B4-BE49-F238E27FC236}">
                    <a16:creationId xmlns:a16="http://schemas.microsoft.com/office/drawing/2014/main" id="{09EDC8FF-6291-48DD-BB93-7AB11ED627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344262" y="907085"/>
                <a:ext cx="798171" cy="798171"/>
              </a:xfrm>
              <a:prstGeom prst="rect">
                <a:avLst/>
              </a:prstGeom>
            </p:spPr>
          </p:pic>
        </p:grpSp>
      </p:grpSp>
      <p:grpSp>
        <p:nvGrpSpPr>
          <p:cNvPr id="47" name="Grupo 46">
            <a:extLst>
              <a:ext uri="{FF2B5EF4-FFF2-40B4-BE49-F238E27FC236}">
                <a16:creationId xmlns:a16="http://schemas.microsoft.com/office/drawing/2014/main" id="{754C8861-733F-4802-8306-4B19AC423C0E}"/>
              </a:ext>
            </a:extLst>
          </p:cNvPr>
          <p:cNvGrpSpPr/>
          <p:nvPr/>
        </p:nvGrpSpPr>
        <p:grpSpPr>
          <a:xfrm>
            <a:off x="164963" y="4056428"/>
            <a:ext cx="8638486" cy="1801271"/>
            <a:chOff x="201756" y="3725501"/>
            <a:chExt cx="8638486" cy="1801271"/>
          </a:xfrm>
        </p:grpSpPr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AB1B2698-0F26-427E-A96B-4217317AC9B0}"/>
                </a:ext>
              </a:extLst>
            </p:cNvPr>
            <p:cNvSpPr/>
            <p:nvPr/>
          </p:nvSpPr>
          <p:spPr>
            <a:xfrm>
              <a:off x="231828" y="4203424"/>
              <a:ext cx="230704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An</a:t>
              </a:r>
              <a:r>
                <a:rPr lang="es-E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open </a:t>
              </a:r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book</a:t>
              </a:r>
              <a:endParaRPr lang="es-ES" sz="2400" dirty="0"/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65412D7A-CD8F-4341-95C3-895FC91D1652}"/>
                </a:ext>
              </a:extLst>
            </p:cNvPr>
            <p:cNvSpPr/>
            <p:nvPr/>
          </p:nvSpPr>
          <p:spPr>
            <a:xfrm>
              <a:off x="6521979" y="4214785"/>
              <a:ext cx="23182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A </a:t>
              </a:r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closed</a:t>
              </a:r>
              <a:r>
                <a:rPr lang="es-ES" sz="24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4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book</a:t>
              </a:r>
              <a:endParaRPr lang="es-ES" sz="2400" dirty="0"/>
            </a:p>
          </p:txBody>
        </p:sp>
        <p:cxnSp>
          <p:nvCxnSpPr>
            <p:cNvPr id="85" name="Conector recto de flecha 84">
              <a:extLst>
                <a:ext uri="{FF2B5EF4-FFF2-40B4-BE49-F238E27FC236}">
                  <a16:creationId xmlns:a16="http://schemas.microsoft.com/office/drawing/2014/main" id="{FA21ECD9-2336-4879-9BA7-5476B5A63128}"/>
                </a:ext>
              </a:extLst>
            </p:cNvPr>
            <p:cNvCxnSpPr>
              <a:stCxn id="83" idx="3"/>
            </p:cNvCxnSpPr>
            <p:nvPr/>
          </p:nvCxnSpPr>
          <p:spPr>
            <a:xfrm flipV="1">
              <a:off x="2538870" y="4434256"/>
              <a:ext cx="736831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de flecha 85">
              <a:extLst>
                <a:ext uri="{FF2B5EF4-FFF2-40B4-BE49-F238E27FC236}">
                  <a16:creationId xmlns:a16="http://schemas.microsoft.com/office/drawing/2014/main" id="{0F37733E-2EA1-4199-A6D7-4E04DF5F89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0720" y="4445617"/>
              <a:ext cx="711259" cy="1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Rectángulo: esquinas redondeadas 86">
              <a:extLst>
                <a:ext uri="{FF2B5EF4-FFF2-40B4-BE49-F238E27FC236}">
                  <a16:creationId xmlns:a16="http://schemas.microsoft.com/office/drawing/2014/main" id="{458922B5-9516-4AD3-A11D-511112A5AEC0}"/>
                </a:ext>
              </a:extLst>
            </p:cNvPr>
            <p:cNvSpPr/>
            <p:nvPr/>
          </p:nvSpPr>
          <p:spPr>
            <a:xfrm>
              <a:off x="201756" y="3903731"/>
              <a:ext cx="2307042" cy="1061049"/>
            </a:xfrm>
            <a:prstGeom prst="roundRect">
              <a:avLst>
                <a:gd name="adj" fmla="val 50000"/>
              </a:avLst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9" name="Rectángulo: esquinas redondeadas 88">
              <a:extLst>
                <a:ext uri="{FF2B5EF4-FFF2-40B4-BE49-F238E27FC236}">
                  <a16:creationId xmlns:a16="http://schemas.microsoft.com/office/drawing/2014/main" id="{DF3E5DD8-4056-431E-883D-75D0B3D1BAB3}"/>
                </a:ext>
              </a:extLst>
            </p:cNvPr>
            <p:cNvSpPr/>
            <p:nvPr/>
          </p:nvSpPr>
          <p:spPr>
            <a:xfrm>
              <a:off x="6496407" y="3915092"/>
              <a:ext cx="2307042" cy="1061049"/>
            </a:xfrm>
            <a:prstGeom prst="roundRect">
              <a:avLst>
                <a:gd name="adj" fmla="val 50000"/>
              </a:avLst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8349E431-50BB-47D3-B3E8-603A8E67D488}"/>
                </a:ext>
              </a:extLst>
            </p:cNvPr>
            <p:cNvGrpSpPr/>
            <p:nvPr/>
          </p:nvGrpSpPr>
          <p:grpSpPr>
            <a:xfrm>
              <a:off x="5974306" y="4635041"/>
              <a:ext cx="507595" cy="507595"/>
              <a:chOff x="6299942" y="735220"/>
              <a:chExt cx="935883" cy="935883"/>
            </a:xfrm>
          </p:grpSpPr>
          <p:sp>
            <p:nvSpPr>
              <p:cNvPr id="92" name="Elipse 91">
                <a:extLst>
                  <a:ext uri="{FF2B5EF4-FFF2-40B4-BE49-F238E27FC236}">
                    <a16:creationId xmlns:a16="http://schemas.microsoft.com/office/drawing/2014/main" id="{29B2835B-D918-441E-92B9-C1C45CAD0DEB}"/>
                  </a:ext>
                </a:extLst>
              </p:cNvPr>
              <p:cNvSpPr/>
              <p:nvPr/>
            </p:nvSpPr>
            <p:spPr>
              <a:xfrm>
                <a:off x="6299942" y="735220"/>
                <a:ext cx="935883" cy="935883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93" name="Gráfico 92" descr="Cerrar">
                <a:extLst>
                  <a:ext uri="{FF2B5EF4-FFF2-40B4-BE49-F238E27FC236}">
                    <a16:creationId xmlns:a16="http://schemas.microsoft.com/office/drawing/2014/main" id="{E28335DF-0411-4E16-A265-E792EB1F29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402348" y="857446"/>
                <a:ext cx="731069" cy="731069"/>
              </a:xfrm>
              <a:prstGeom prst="rect">
                <a:avLst/>
              </a:prstGeom>
            </p:spPr>
          </p:pic>
        </p:grpSp>
        <p:grpSp>
          <p:nvGrpSpPr>
            <p:cNvPr id="94" name="Grupo 93">
              <a:extLst>
                <a:ext uri="{FF2B5EF4-FFF2-40B4-BE49-F238E27FC236}">
                  <a16:creationId xmlns:a16="http://schemas.microsoft.com/office/drawing/2014/main" id="{D45FC771-81B7-4229-B39C-5CF1DDFD6E6E}"/>
                </a:ext>
              </a:extLst>
            </p:cNvPr>
            <p:cNvGrpSpPr/>
            <p:nvPr/>
          </p:nvGrpSpPr>
          <p:grpSpPr>
            <a:xfrm>
              <a:off x="2569153" y="4635041"/>
              <a:ext cx="507595" cy="507595"/>
              <a:chOff x="3190240" y="753063"/>
              <a:chExt cx="1106217" cy="1106217"/>
            </a:xfrm>
          </p:grpSpPr>
          <p:sp>
            <p:nvSpPr>
              <p:cNvPr id="95" name="Elipse 94">
                <a:extLst>
                  <a:ext uri="{FF2B5EF4-FFF2-40B4-BE49-F238E27FC236}">
                    <a16:creationId xmlns:a16="http://schemas.microsoft.com/office/drawing/2014/main" id="{4C599C07-8C23-4295-BA92-3E0D157E5BB8}"/>
                  </a:ext>
                </a:extLst>
              </p:cNvPr>
              <p:cNvSpPr/>
              <p:nvPr/>
            </p:nvSpPr>
            <p:spPr>
              <a:xfrm>
                <a:off x="3190240" y="753063"/>
                <a:ext cx="1106217" cy="1106217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96" name="Gráfico 95" descr="Marca de verificación">
                <a:extLst>
                  <a:ext uri="{FF2B5EF4-FFF2-40B4-BE49-F238E27FC236}">
                    <a16:creationId xmlns:a16="http://schemas.microsoft.com/office/drawing/2014/main" id="{03B2E86F-C22E-4563-85AD-5BFBAD810C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344262" y="907085"/>
                <a:ext cx="798171" cy="798171"/>
              </a:xfrm>
              <a:prstGeom prst="rect">
                <a:avLst/>
              </a:prstGeom>
            </p:spPr>
          </p:pic>
        </p:grpSp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FFA540D1-E15B-4B6C-81CA-9760F58AC5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44" t="73735" r="50930"/>
            <a:stretch/>
          </p:blipFill>
          <p:spPr>
            <a:xfrm>
              <a:off x="3224557" y="3725501"/>
              <a:ext cx="2647950" cy="1801271"/>
            </a:xfrm>
            <a:prstGeom prst="rect">
              <a:avLst/>
            </a:prstGeom>
          </p:spPr>
        </p:pic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D09E97FD-C56C-4823-A327-D1EA0913BF61}"/>
              </a:ext>
            </a:extLst>
          </p:cNvPr>
          <p:cNvGrpSpPr/>
          <p:nvPr/>
        </p:nvGrpSpPr>
        <p:grpSpPr>
          <a:xfrm>
            <a:off x="2963058" y="381915"/>
            <a:ext cx="3029997" cy="523220"/>
            <a:chOff x="3161019" y="342243"/>
            <a:chExt cx="3029997" cy="523220"/>
          </a:xfrm>
        </p:grpSpPr>
        <p:sp>
          <p:nvSpPr>
            <p:cNvPr id="99" name="Rectángulo: esquinas redondeadas 98">
              <a:extLst>
                <a:ext uri="{FF2B5EF4-FFF2-40B4-BE49-F238E27FC236}">
                  <a16:creationId xmlns:a16="http://schemas.microsoft.com/office/drawing/2014/main" id="{ABBF864E-37D1-4AB7-9A10-AB1D2B9218FA}"/>
                </a:ext>
              </a:extLst>
            </p:cNvPr>
            <p:cNvSpPr/>
            <p:nvPr/>
          </p:nvSpPr>
          <p:spPr>
            <a:xfrm>
              <a:off x="3427169" y="347399"/>
              <a:ext cx="2509448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4C470156-34F7-4830-8AB6-82710E4A66EC}"/>
                </a:ext>
              </a:extLst>
            </p:cNvPr>
            <p:cNvSpPr txBox="1"/>
            <p:nvPr/>
          </p:nvSpPr>
          <p:spPr>
            <a:xfrm>
              <a:off x="3161019" y="342243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D492DAAF-7930-412B-88F9-1215F90F756A}"/>
              </a:ext>
            </a:extLst>
          </p:cNvPr>
          <p:cNvSpPr/>
          <p:nvPr/>
        </p:nvSpPr>
        <p:spPr>
          <a:xfrm>
            <a:off x="3365709" y="3375152"/>
            <a:ext cx="2509448" cy="518063"/>
          </a:xfrm>
          <a:prstGeom prst="roundRect">
            <a:avLst>
              <a:gd name="adj" fmla="val 41219"/>
            </a:avLst>
          </a:prstGeom>
          <a:solidFill>
            <a:srgbClr val="F5B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E26CE16-FF01-4155-904E-49B9CFEF7C81}"/>
              </a:ext>
            </a:extLst>
          </p:cNvPr>
          <p:cNvSpPr txBox="1"/>
          <p:nvPr/>
        </p:nvSpPr>
        <p:spPr>
          <a:xfrm>
            <a:off x="3099559" y="3369996"/>
            <a:ext cx="3029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SAM + CLIP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CDCD67C-5963-9D96-08BA-EA175DD27E85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7112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upo 97">
            <a:extLst>
              <a:ext uri="{FF2B5EF4-FFF2-40B4-BE49-F238E27FC236}">
                <a16:creationId xmlns:a16="http://schemas.microsoft.com/office/drawing/2014/main" id="{D09E97FD-C56C-4823-A327-D1EA0913BF61}"/>
              </a:ext>
            </a:extLst>
          </p:cNvPr>
          <p:cNvGrpSpPr/>
          <p:nvPr/>
        </p:nvGrpSpPr>
        <p:grpSpPr>
          <a:xfrm>
            <a:off x="2963058" y="381915"/>
            <a:ext cx="3029997" cy="523220"/>
            <a:chOff x="3161019" y="342243"/>
            <a:chExt cx="3029997" cy="523220"/>
          </a:xfrm>
        </p:grpSpPr>
        <p:sp>
          <p:nvSpPr>
            <p:cNvPr id="99" name="Rectángulo: esquinas redondeadas 98">
              <a:extLst>
                <a:ext uri="{FF2B5EF4-FFF2-40B4-BE49-F238E27FC236}">
                  <a16:creationId xmlns:a16="http://schemas.microsoft.com/office/drawing/2014/main" id="{ABBF864E-37D1-4AB7-9A10-AB1D2B9218FA}"/>
                </a:ext>
              </a:extLst>
            </p:cNvPr>
            <p:cNvSpPr/>
            <p:nvPr/>
          </p:nvSpPr>
          <p:spPr>
            <a:xfrm>
              <a:off x="3427169" y="347399"/>
              <a:ext cx="2509448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4C470156-34F7-4830-8AB6-82710E4A66EC}"/>
                </a:ext>
              </a:extLst>
            </p:cNvPr>
            <p:cNvSpPr txBox="1"/>
            <p:nvPr/>
          </p:nvSpPr>
          <p:spPr>
            <a:xfrm>
              <a:off x="3161019" y="342243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D492DAAF-7930-412B-88F9-1215F90F756A}"/>
              </a:ext>
            </a:extLst>
          </p:cNvPr>
          <p:cNvSpPr/>
          <p:nvPr/>
        </p:nvSpPr>
        <p:spPr>
          <a:xfrm>
            <a:off x="3365709" y="3375152"/>
            <a:ext cx="2509448" cy="518063"/>
          </a:xfrm>
          <a:prstGeom prst="roundRect">
            <a:avLst>
              <a:gd name="adj" fmla="val 41219"/>
            </a:avLst>
          </a:prstGeom>
          <a:solidFill>
            <a:srgbClr val="F5B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E26CE16-FF01-4155-904E-49B9CFEF7C81}"/>
              </a:ext>
            </a:extLst>
          </p:cNvPr>
          <p:cNvSpPr txBox="1"/>
          <p:nvPr/>
        </p:nvSpPr>
        <p:spPr>
          <a:xfrm>
            <a:off x="3099559" y="3369996"/>
            <a:ext cx="3029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SAM + CLIP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46BE1D93-8CEF-4C65-ADEC-DED5702AE084}"/>
              </a:ext>
            </a:extLst>
          </p:cNvPr>
          <p:cNvSpPr/>
          <p:nvPr/>
        </p:nvSpPr>
        <p:spPr>
          <a:xfrm>
            <a:off x="411043" y="1465057"/>
            <a:ext cx="13837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sheep</a:t>
            </a:r>
            <a:endParaRPr lang="es-ES" sz="2400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CD23CA2-4EC2-483F-A729-9AF1EF4A151E}"/>
              </a:ext>
            </a:extLst>
          </p:cNvPr>
          <p:cNvSpPr/>
          <p:nvPr/>
        </p:nvSpPr>
        <p:spPr>
          <a:xfrm>
            <a:off x="7788808" y="1465055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cow</a:t>
            </a:r>
            <a:endParaRPr lang="es-ES" sz="2400" dirty="0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DD6D843B-CC19-4E8B-B6E0-80000794C568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1794755" y="1695890"/>
            <a:ext cx="99982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EC39981D-B7B4-4CAC-9D4B-60A70FA8BE65}"/>
              </a:ext>
            </a:extLst>
          </p:cNvPr>
          <p:cNvCxnSpPr>
            <a:cxnSpLocks/>
          </p:cNvCxnSpPr>
          <p:nvPr/>
        </p:nvCxnSpPr>
        <p:spPr>
          <a:xfrm flipH="1" flipV="1">
            <a:off x="6538440" y="1713795"/>
            <a:ext cx="1021707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0833D793-7B69-4529-AE46-2A589FE5D920}"/>
              </a:ext>
            </a:extLst>
          </p:cNvPr>
          <p:cNvSpPr/>
          <p:nvPr/>
        </p:nvSpPr>
        <p:spPr>
          <a:xfrm>
            <a:off x="380971" y="1165364"/>
            <a:ext cx="1439356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6D603280-760B-44B6-BD7B-9C8BCBE1DB1E}"/>
              </a:ext>
            </a:extLst>
          </p:cNvPr>
          <p:cNvSpPr/>
          <p:nvPr/>
        </p:nvSpPr>
        <p:spPr>
          <a:xfrm>
            <a:off x="7560146" y="1176725"/>
            <a:ext cx="1422518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8" name="Picture 2">
            <a:extLst>
              <a:ext uri="{FF2B5EF4-FFF2-40B4-BE49-F238E27FC236}">
                <a16:creationId xmlns:a16="http://schemas.microsoft.com/office/drawing/2014/main" id="{8FFC9816-9AF1-43B8-94D2-2D61A27287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08" t="52155" r="39896" b="23056"/>
          <a:stretch/>
        </p:blipFill>
        <p:spPr bwMode="auto">
          <a:xfrm>
            <a:off x="2885899" y="1037753"/>
            <a:ext cx="1362075" cy="170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14">
            <a:extLst>
              <a:ext uri="{FF2B5EF4-FFF2-40B4-BE49-F238E27FC236}">
                <a16:creationId xmlns:a16="http://schemas.microsoft.com/office/drawing/2014/main" id="{93CB3529-80D6-4371-9F24-C3A4FDE81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91" t="46699" r="59622" b="21995"/>
          <a:stretch/>
        </p:blipFill>
        <p:spPr bwMode="auto">
          <a:xfrm>
            <a:off x="4874897" y="1045535"/>
            <a:ext cx="1570211" cy="1684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4" name="Grupo 53">
            <a:extLst>
              <a:ext uri="{FF2B5EF4-FFF2-40B4-BE49-F238E27FC236}">
                <a16:creationId xmlns:a16="http://schemas.microsoft.com/office/drawing/2014/main" id="{30735A63-A5AA-41D7-8039-C03126B77117}"/>
              </a:ext>
            </a:extLst>
          </p:cNvPr>
          <p:cNvGrpSpPr/>
          <p:nvPr/>
        </p:nvGrpSpPr>
        <p:grpSpPr>
          <a:xfrm>
            <a:off x="1989247" y="1896674"/>
            <a:ext cx="507595" cy="507595"/>
            <a:chOff x="3190240" y="753063"/>
            <a:chExt cx="1106217" cy="1106217"/>
          </a:xfrm>
        </p:grpSpPr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8A323BCF-FE5C-487A-8D04-0F6C258AFF70}"/>
                </a:ext>
              </a:extLst>
            </p:cNvPr>
            <p:cNvSpPr/>
            <p:nvPr/>
          </p:nvSpPr>
          <p:spPr>
            <a:xfrm>
              <a:off x="3190240" y="753063"/>
              <a:ext cx="1106217" cy="11062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6" name="Gráfico 55" descr="Marca de verificación">
              <a:extLst>
                <a:ext uri="{FF2B5EF4-FFF2-40B4-BE49-F238E27FC236}">
                  <a16:creationId xmlns:a16="http://schemas.microsoft.com/office/drawing/2014/main" id="{7A6F78AD-8E70-4C40-AEEB-D7E7B8042D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44262" y="907085"/>
              <a:ext cx="798171" cy="798171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6B1A7CC9-184A-464A-AE43-F1B9F9E4C067}"/>
              </a:ext>
            </a:extLst>
          </p:cNvPr>
          <p:cNvGrpSpPr/>
          <p:nvPr/>
        </p:nvGrpSpPr>
        <p:grpSpPr>
          <a:xfrm>
            <a:off x="6903107" y="1901853"/>
            <a:ext cx="507595" cy="507595"/>
            <a:chOff x="3190240" y="753063"/>
            <a:chExt cx="1106217" cy="1106217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B7921F18-F0D1-44D5-BD1E-B1DBFE9271FC}"/>
                </a:ext>
              </a:extLst>
            </p:cNvPr>
            <p:cNvSpPr/>
            <p:nvPr/>
          </p:nvSpPr>
          <p:spPr>
            <a:xfrm>
              <a:off x="3190240" y="753063"/>
              <a:ext cx="1106217" cy="11062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9" name="Gráfico 58" descr="Marca de verificación">
              <a:extLst>
                <a:ext uri="{FF2B5EF4-FFF2-40B4-BE49-F238E27FC236}">
                  <a16:creationId xmlns:a16="http://schemas.microsoft.com/office/drawing/2014/main" id="{E1D98B9A-A02B-42D9-AD0C-0FDB00A3D3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44262" y="907085"/>
              <a:ext cx="798171" cy="798171"/>
            </a:xfrm>
            <a:prstGeom prst="rect">
              <a:avLst/>
            </a:prstGeom>
          </p:spPr>
        </p:pic>
      </p:grpSp>
      <p:sp>
        <p:nvSpPr>
          <p:cNvPr id="60" name="Rectángulo 59">
            <a:extLst>
              <a:ext uri="{FF2B5EF4-FFF2-40B4-BE49-F238E27FC236}">
                <a16:creationId xmlns:a16="http://schemas.microsoft.com/office/drawing/2014/main" id="{46CE83DC-F484-475C-AE68-DB0701E309E1}"/>
              </a:ext>
            </a:extLst>
          </p:cNvPr>
          <p:cNvSpPr/>
          <p:nvPr/>
        </p:nvSpPr>
        <p:spPr>
          <a:xfrm>
            <a:off x="273403" y="4522976"/>
            <a:ext cx="13837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sheep</a:t>
            </a:r>
            <a:endParaRPr lang="es-ES" sz="2400" dirty="0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49EEF2F1-210E-4137-A508-5C435DC04B44}"/>
              </a:ext>
            </a:extLst>
          </p:cNvPr>
          <p:cNvSpPr/>
          <p:nvPr/>
        </p:nvSpPr>
        <p:spPr>
          <a:xfrm>
            <a:off x="7651168" y="4522974"/>
            <a:ext cx="11079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cow</a:t>
            </a:r>
            <a:endParaRPr lang="es-ES" sz="2400" dirty="0"/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A6E6BB6B-C7F3-4C18-9F57-A7FB34A1027E}"/>
              </a:ext>
            </a:extLst>
          </p:cNvPr>
          <p:cNvCxnSpPr>
            <a:cxnSpLocks/>
            <a:stCxn id="60" idx="3"/>
          </p:cNvCxnSpPr>
          <p:nvPr/>
        </p:nvCxnSpPr>
        <p:spPr>
          <a:xfrm>
            <a:off x="1657115" y="4753809"/>
            <a:ext cx="206398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>
            <a:extLst>
              <a:ext uri="{FF2B5EF4-FFF2-40B4-BE49-F238E27FC236}">
                <a16:creationId xmlns:a16="http://schemas.microsoft.com/office/drawing/2014/main" id="{6C5E58CD-D8F4-404F-B6A7-BFD80452A4D2}"/>
              </a:ext>
            </a:extLst>
          </p:cNvPr>
          <p:cNvCxnSpPr>
            <a:cxnSpLocks/>
          </p:cNvCxnSpPr>
          <p:nvPr/>
        </p:nvCxnSpPr>
        <p:spPr>
          <a:xfrm flipH="1" flipV="1">
            <a:off x="5272274" y="4771715"/>
            <a:ext cx="2150234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E1C76B5-4106-4BAA-8458-F7B87F3EC79A}"/>
              </a:ext>
            </a:extLst>
          </p:cNvPr>
          <p:cNvSpPr/>
          <p:nvPr/>
        </p:nvSpPr>
        <p:spPr>
          <a:xfrm>
            <a:off x="243331" y="4223283"/>
            <a:ext cx="1439356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5" name="Rectángulo: esquinas redondeadas 64">
            <a:extLst>
              <a:ext uri="{FF2B5EF4-FFF2-40B4-BE49-F238E27FC236}">
                <a16:creationId xmlns:a16="http://schemas.microsoft.com/office/drawing/2014/main" id="{825CD114-BC0A-40A0-B0BE-B28D14BD7239}"/>
              </a:ext>
            </a:extLst>
          </p:cNvPr>
          <p:cNvSpPr/>
          <p:nvPr/>
        </p:nvSpPr>
        <p:spPr>
          <a:xfrm>
            <a:off x="7422506" y="4234644"/>
            <a:ext cx="1422518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CF521298-6559-4DAD-9E09-848B6069A1D4}"/>
              </a:ext>
            </a:extLst>
          </p:cNvPr>
          <p:cNvGrpSpPr/>
          <p:nvPr/>
        </p:nvGrpSpPr>
        <p:grpSpPr>
          <a:xfrm>
            <a:off x="5714737" y="4908163"/>
            <a:ext cx="507595" cy="507595"/>
            <a:chOff x="3190240" y="753063"/>
            <a:chExt cx="1106217" cy="1106217"/>
          </a:xfrm>
        </p:grpSpPr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C9C25EBB-2C89-47D7-BA1B-7719CB5AFEB1}"/>
                </a:ext>
              </a:extLst>
            </p:cNvPr>
            <p:cNvSpPr/>
            <p:nvPr/>
          </p:nvSpPr>
          <p:spPr>
            <a:xfrm>
              <a:off x="3190240" y="753063"/>
              <a:ext cx="1106217" cy="11062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74" name="Gráfico 73" descr="Marca de verificación">
              <a:extLst>
                <a:ext uri="{FF2B5EF4-FFF2-40B4-BE49-F238E27FC236}">
                  <a16:creationId xmlns:a16="http://schemas.microsoft.com/office/drawing/2014/main" id="{06040E1A-5E99-4821-B361-AAFB7A86868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44262" y="907085"/>
              <a:ext cx="798171" cy="798171"/>
            </a:xfrm>
            <a:prstGeom prst="rect">
              <a:avLst/>
            </a:prstGeom>
          </p:spPr>
        </p:pic>
      </p:grpSp>
      <p:pic>
        <p:nvPicPr>
          <p:cNvPr id="76" name="Picture 2">
            <a:extLst>
              <a:ext uri="{FF2B5EF4-FFF2-40B4-BE49-F238E27FC236}">
                <a16:creationId xmlns:a16="http://schemas.microsoft.com/office/drawing/2014/main" id="{A9B7AF31-44BF-4F95-A92F-9B26A4640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6" t="46594" r="60118" b="21383"/>
          <a:stretch/>
        </p:blipFill>
        <p:spPr bwMode="auto">
          <a:xfrm>
            <a:off x="3832918" y="4013317"/>
            <a:ext cx="1439356" cy="1862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8" name="Grupo 87">
            <a:extLst>
              <a:ext uri="{FF2B5EF4-FFF2-40B4-BE49-F238E27FC236}">
                <a16:creationId xmlns:a16="http://schemas.microsoft.com/office/drawing/2014/main" id="{1D962AB8-3E0C-494C-957C-BDEAB978BDC6}"/>
              </a:ext>
            </a:extLst>
          </p:cNvPr>
          <p:cNvGrpSpPr/>
          <p:nvPr/>
        </p:nvGrpSpPr>
        <p:grpSpPr>
          <a:xfrm>
            <a:off x="2794576" y="4908163"/>
            <a:ext cx="507596" cy="507596"/>
            <a:chOff x="6299942" y="735220"/>
            <a:chExt cx="935883" cy="935883"/>
          </a:xfrm>
        </p:grpSpPr>
        <p:sp>
          <p:nvSpPr>
            <p:cNvPr id="90" name="Elipse 89">
              <a:extLst>
                <a:ext uri="{FF2B5EF4-FFF2-40B4-BE49-F238E27FC236}">
                  <a16:creationId xmlns:a16="http://schemas.microsoft.com/office/drawing/2014/main" id="{56EC5FB0-8606-4C8F-8EAC-178C4BA6C42A}"/>
                </a:ext>
              </a:extLst>
            </p:cNvPr>
            <p:cNvSpPr/>
            <p:nvPr/>
          </p:nvSpPr>
          <p:spPr>
            <a:xfrm>
              <a:off x="6299942" y="735220"/>
              <a:ext cx="935883" cy="9358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97" name="Gráfico 96" descr="Cerrar">
              <a:extLst>
                <a:ext uri="{FF2B5EF4-FFF2-40B4-BE49-F238E27FC236}">
                  <a16:creationId xmlns:a16="http://schemas.microsoft.com/office/drawing/2014/main" id="{88B2372E-04C2-4DD1-AAF3-4DCEFE0109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02348" y="857446"/>
              <a:ext cx="731069" cy="731069"/>
            </a:xfrm>
            <a:prstGeom prst="rect">
              <a:avLst/>
            </a:prstGeom>
          </p:spPr>
        </p:pic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6C0DCE34-BD4B-ADA6-318A-FF2B94394BB5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65169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upo 97">
            <a:extLst>
              <a:ext uri="{FF2B5EF4-FFF2-40B4-BE49-F238E27FC236}">
                <a16:creationId xmlns:a16="http://schemas.microsoft.com/office/drawing/2014/main" id="{D09E97FD-C56C-4823-A327-D1EA0913BF61}"/>
              </a:ext>
            </a:extLst>
          </p:cNvPr>
          <p:cNvGrpSpPr/>
          <p:nvPr/>
        </p:nvGrpSpPr>
        <p:grpSpPr>
          <a:xfrm>
            <a:off x="2963058" y="381915"/>
            <a:ext cx="3029997" cy="523220"/>
            <a:chOff x="3161019" y="342243"/>
            <a:chExt cx="3029997" cy="523220"/>
          </a:xfrm>
        </p:grpSpPr>
        <p:sp>
          <p:nvSpPr>
            <p:cNvPr id="99" name="Rectángulo: esquinas redondeadas 98">
              <a:extLst>
                <a:ext uri="{FF2B5EF4-FFF2-40B4-BE49-F238E27FC236}">
                  <a16:creationId xmlns:a16="http://schemas.microsoft.com/office/drawing/2014/main" id="{ABBF864E-37D1-4AB7-9A10-AB1D2B9218FA}"/>
                </a:ext>
              </a:extLst>
            </p:cNvPr>
            <p:cNvSpPr/>
            <p:nvPr/>
          </p:nvSpPr>
          <p:spPr>
            <a:xfrm>
              <a:off x="3427169" y="347399"/>
              <a:ext cx="2509448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4C470156-34F7-4830-8AB6-82710E4A66EC}"/>
                </a:ext>
              </a:extLst>
            </p:cNvPr>
            <p:cNvSpPr txBox="1"/>
            <p:nvPr/>
          </p:nvSpPr>
          <p:spPr>
            <a:xfrm>
              <a:off x="3161019" y="342243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D492DAAF-7930-412B-88F9-1215F90F756A}"/>
              </a:ext>
            </a:extLst>
          </p:cNvPr>
          <p:cNvSpPr/>
          <p:nvPr/>
        </p:nvSpPr>
        <p:spPr>
          <a:xfrm>
            <a:off x="3365709" y="3375152"/>
            <a:ext cx="2509448" cy="518063"/>
          </a:xfrm>
          <a:prstGeom prst="roundRect">
            <a:avLst>
              <a:gd name="adj" fmla="val 41219"/>
            </a:avLst>
          </a:prstGeom>
          <a:solidFill>
            <a:srgbClr val="F5B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E26CE16-FF01-4155-904E-49B9CFEF7C81}"/>
              </a:ext>
            </a:extLst>
          </p:cNvPr>
          <p:cNvSpPr txBox="1"/>
          <p:nvPr/>
        </p:nvSpPr>
        <p:spPr>
          <a:xfrm>
            <a:off x="3099559" y="3369996"/>
            <a:ext cx="3029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SAM + CLIP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8A46C582-7776-4CBF-9079-DB65EAD2E734}"/>
              </a:ext>
            </a:extLst>
          </p:cNvPr>
          <p:cNvSpPr/>
          <p:nvPr/>
        </p:nvSpPr>
        <p:spPr>
          <a:xfrm>
            <a:off x="303475" y="1507285"/>
            <a:ext cx="2220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plastic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fork</a:t>
            </a:r>
            <a:endParaRPr lang="es-ES" sz="2400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C37DD3F4-F882-4EC5-9F4A-57311452CFAB}"/>
              </a:ext>
            </a:extLst>
          </p:cNvPr>
          <p:cNvSpPr/>
          <p:nvPr/>
        </p:nvSpPr>
        <p:spPr>
          <a:xfrm>
            <a:off x="6887999" y="1528483"/>
            <a:ext cx="1691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weapon</a:t>
            </a:r>
            <a:endParaRPr lang="es-ES" sz="2400" dirty="0"/>
          </a:p>
        </p:txBody>
      </p: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FD1F1E0D-6AC3-4434-883D-25FC412F8082}"/>
              </a:ext>
            </a:extLst>
          </p:cNvPr>
          <p:cNvCxnSpPr>
            <a:cxnSpLocks/>
            <a:stCxn id="47" idx="3"/>
          </p:cNvCxnSpPr>
          <p:nvPr/>
        </p:nvCxnSpPr>
        <p:spPr>
          <a:xfrm>
            <a:off x="2580445" y="1738117"/>
            <a:ext cx="1107235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D7990EF0-FBE0-46FC-982A-83BF6315D734}"/>
              </a:ext>
            </a:extLst>
          </p:cNvPr>
          <p:cNvCxnSpPr>
            <a:cxnSpLocks/>
          </p:cNvCxnSpPr>
          <p:nvPr/>
        </p:nvCxnSpPr>
        <p:spPr>
          <a:xfrm flipH="1" flipV="1">
            <a:off x="5404329" y="1749479"/>
            <a:ext cx="1189298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F8FF66E7-6AA4-4D6C-A686-FFE772E081DE}"/>
              </a:ext>
            </a:extLst>
          </p:cNvPr>
          <p:cNvSpPr/>
          <p:nvPr/>
        </p:nvSpPr>
        <p:spPr>
          <a:xfrm>
            <a:off x="273403" y="1207592"/>
            <a:ext cx="2307042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98BB8F0A-3608-4BB0-9CD4-68FEBE9E13A4}"/>
              </a:ext>
            </a:extLst>
          </p:cNvPr>
          <p:cNvSpPr/>
          <p:nvPr/>
        </p:nvSpPr>
        <p:spPr>
          <a:xfrm>
            <a:off x="6568054" y="1218953"/>
            <a:ext cx="2307042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51" name="Grupo 50">
            <a:extLst>
              <a:ext uri="{FF2B5EF4-FFF2-40B4-BE49-F238E27FC236}">
                <a16:creationId xmlns:a16="http://schemas.microsoft.com/office/drawing/2014/main" id="{367100F2-970D-4796-A0DB-6FA046E6329D}"/>
              </a:ext>
            </a:extLst>
          </p:cNvPr>
          <p:cNvGrpSpPr/>
          <p:nvPr/>
        </p:nvGrpSpPr>
        <p:grpSpPr>
          <a:xfrm>
            <a:off x="2630325" y="1918393"/>
            <a:ext cx="507595" cy="507595"/>
            <a:chOff x="6299942" y="735220"/>
            <a:chExt cx="935883" cy="935883"/>
          </a:xfrm>
        </p:grpSpPr>
        <p:sp>
          <p:nvSpPr>
            <p:cNvPr id="52" name="Elipse 51">
              <a:extLst>
                <a:ext uri="{FF2B5EF4-FFF2-40B4-BE49-F238E27FC236}">
                  <a16:creationId xmlns:a16="http://schemas.microsoft.com/office/drawing/2014/main" id="{29652BF1-AAF1-43CA-833B-3F5C7074B950}"/>
                </a:ext>
              </a:extLst>
            </p:cNvPr>
            <p:cNvSpPr/>
            <p:nvPr/>
          </p:nvSpPr>
          <p:spPr>
            <a:xfrm>
              <a:off x="6299942" y="735220"/>
              <a:ext cx="935883" cy="9358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3" name="Gráfico 52" descr="Cerrar">
              <a:extLst>
                <a:ext uri="{FF2B5EF4-FFF2-40B4-BE49-F238E27FC236}">
                  <a16:creationId xmlns:a16="http://schemas.microsoft.com/office/drawing/2014/main" id="{F8E34CB8-6E2E-4693-AB42-77EE054A72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02348" y="857446"/>
              <a:ext cx="731069" cy="731069"/>
            </a:xfrm>
            <a:prstGeom prst="rect">
              <a:avLst/>
            </a:prstGeom>
          </p:spPr>
        </p:pic>
      </p:grpSp>
      <p:pic>
        <p:nvPicPr>
          <p:cNvPr id="66" name="Picture 6">
            <a:extLst>
              <a:ext uri="{FF2B5EF4-FFF2-40B4-BE49-F238E27FC236}">
                <a16:creationId xmlns:a16="http://schemas.microsoft.com/office/drawing/2014/main" id="{9FED8065-9889-499F-8B35-5898DCCB6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96" t="78616" r="15566" b="4906"/>
          <a:stretch/>
        </p:blipFill>
        <p:spPr bwMode="auto">
          <a:xfrm>
            <a:off x="3747212" y="1044818"/>
            <a:ext cx="1581161" cy="177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Grupo 66">
            <a:extLst>
              <a:ext uri="{FF2B5EF4-FFF2-40B4-BE49-F238E27FC236}">
                <a16:creationId xmlns:a16="http://schemas.microsoft.com/office/drawing/2014/main" id="{7B17615B-8868-4ECD-A368-840BFFEEDF00}"/>
              </a:ext>
            </a:extLst>
          </p:cNvPr>
          <p:cNvGrpSpPr/>
          <p:nvPr/>
        </p:nvGrpSpPr>
        <p:grpSpPr>
          <a:xfrm>
            <a:off x="5764851" y="1968950"/>
            <a:ext cx="507595" cy="507595"/>
            <a:chOff x="5741282" y="4936137"/>
            <a:chExt cx="507595" cy="507595"/>
          </a:xfrm>
        </p:grpSpPr>
        <p:sp>
          <p:nvSpPr>
            <p:cNvPr id="68" name="Elipse 67">
              <a:extLst>
                <a:ext uri="{FF2B5EF4-FFF2-40B4-BE49-F238E27FC236}">
                  <a16:creationId xmlns:a16="http://schemas.microsoft.com/office/drawing/2014/main" id="{B89029E7-2103-4813-9E85-DB76BB3116CF}"/>
                </a:ext>
              </a:extLst>
            </p:cNvPr>
            <p:cNvSpPr/>
            <p:nvPr/>
          </p:nvSpPr>
          <p:spPr>
            <a:xfrm>
              <a:off x="5741282" y="4936137"/>
              <a:ext cx="507595" cy="50759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71" name="Gráfico 70" descr="Signo de interrogación">
              <a:extLst>
                <a:ext uri="{FF2B5EF4-FFF2-40B4-BE49-F238E27FC236}">
                  <a16:creationId xmlns:a16="http://schemas.microsoft.com/office/drawing/2014/main" id="{9E140446-B678-426F-BC5B-EA2FD3364E2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98537" y="4971919"/>
              <a:ext cx="390197" cy="390197"/>
            </a:xfrm>
            <a:prstGeom prst="rect">
              <a:avLst/>
            </a:prstGeom>
          </p:spPr>
        </p:pic>
      </p:grpSp>
      <p:sp>
        <p:nvSpPr>
          <p:cNvPr id="72" name="Rectángulo 71">
            <a:extLst>
              <a:ext uri="{FF2B5EF4-FFF2-40B4-BE49-F238E27FC236}">
                <a16:creationId xmlns:a16="http://schemas.microsoft.com/office/drawing/2014/main" id="{2203B03C-CD4C-482A-B776-B1A9C5DC8566}"/>
              </a:ext>
            </a:extLst>
          </p:cNvPr>
          <p:cNvSpPr/>
          <p:nvPr/>
        </p:nvSpPr>
        <p:spPr>
          <a:xfrm>
            <a:off x="275517" y="4575903"/>
            <a:ext cx="2220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plastic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fork</a:t>
            </a:r>
            <a:endParaRPr lang="es-ES" sz="2400" dirty="0"/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108E021-6862-4E21-894E-75281F0E1D1D}"/>
              </a:ext>
            </a:extLst>
          </p:cNvPr>
          <p:cNvSpPr/>
          <p:nvPr/>
        </p:nvSpPr>
        <p:spPr>
          <a:xfrm>
            <a:off x="6860041" y="4597101"/>
            <a:ext cx="16914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weapon</a:t>
            </a:r>
            <a:endParaRPr lang="es-ES" sz="2400" dirty="0"/>
          </a:p>
        </p:txBody>
      </p:sp>
      <p:cxnSp>
        <p:nvCxnSpPr>
          <p:cNvPr id="75" name="Conector recto de flecha 74">
            <a:extLst>
              <a:ext uri="{FF2B5EF4-FFF2-40B4-BE49-F238E27FC236}">
                <a16:creationId xmlns:a16="http://schemas.microsoft.com/office/drawing/2014/main" id="{BBDD61B6-A9B7-494D-9F8B-A5C2901CA4B9}"/>
              </a:ext>
            </a:extLst>
          </p:cNvPr>
          <p:cNvCxnSpPr>
            <a:cxnSpLocks/>
            <a:stCxn id="78" idx="3"/>
          </p:cNvCxnSpPr>
          <p:nvPr/>
        </p:nvCxnSpPr>
        <p:spPr>
          <a:xfrm flipV="1">
            <a:off x="2552487" y="4799357"/>
            <a:ext cx="492863" cy="737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cto de flecha 76">
            <a:extLst>
              <a:ext uri="{FF2B5EF4-FFF2-40B4-BE49-F238E27FC236}">
                <a16:creationId xmlns:a16="http://schemas.microsoft.com/office/drawing/2014/main" id="{870D8420-CF19-4708-81EF-73ABDA21D5B5}"/>
              </a:ext>
            </a:extLst>
          </p:cNvPr>
          <p:cNvCxnSpPr>
            <a:cxnSpLocks/>
          </p:cNvCxnSpPr>
          <p:nvPr/>
        </p:nvCxnSpPr>
        <p:spPr>
          <a:xfrm flipH="1" flipV="1">
            <a:off x="5938459" y="4818099"/>
            <a:ext cx="627210" cy="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ángulo: esquinas redondeadas 77">
            <a:extLst>
              <a:ext uri="{FF2B5EF4-FFF2-40B4-BE49-F238E27FC236}">
                <a16:creationId xmlns:a16="http://schemas.microsoft.com/office/drawing/2014/main" id="{B6CC53B2-2C7E-411E-8058-6757AD1139EC}"/>
              </a:ext>
            </a:extLst>
          </p:cNvPr>
          <p:cNvSpPr/>
          <p:nvPr/>
        </p:nvSpPr>
        <p:spPr>
          <a:xfrm>
            <a:off x="245445" y="4276210"/>
            <a:ext cx="2307042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9" name="Rectángulo: esquinas redondeadas 78">
            <a:extLst>
              <a:ext uri="{FF2B5EF4-FFF2-40B4-BE49-F238E27FC236}">
                <a16:creationId xmlns:a16="http://schemas.microsoft.com/office/drawing/2014/main" id="{30132A86-BFE6-4669-90A6-C158BFB57D2C}"/>
              </a:ext>
            </a:extLst>
          </p:cNvPr>
          <p:cNvSpPr/>
          <p:nvPr/>
        </p:nvSpPr>
        <p:spPr>
          <a:xfrm>
            <a:off x="6540096" y="4287571"/>
            <a:ext cx="2307042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7F797B14-FDC8-479D-979B-910CDF5BFEA2}"/>
              </a:ext>
            </a:extLst>
          </p:cNvPr>
          <p:cNvGrpSpPr/>
          <p:nvPr/>
        </p:nvGrpSpPr>
        <p:grpSpPr>
          <a:xfrm>
            <a:off x="2499970" y="5129357"/>
            <a:ext cx="507595" cy="507595"/>
            <a:chOff x="6299942" y="735220"/>
            <a:chExt cx="935883" cy="935883"/>
          </a:xfrm>
        </p:grpSpPr>
        <p:sp>
          <p:nvSpPr>
            <p:cNvPr id="81" name="Elipse 80">
              <a:extLst>
                <a:ext uri="{FF2B5EF4-FFF2-40B4-BE49-F238E27FC236}">
                  <a16:creationId xmlns:a16="http://schemas.microsoft.com/office/drawing/2014/main" id="{0628DC49-CF06-4BF4-A1FE-7B556BCDDD0F}"/>
                </a:ext>
              </a:extLst>
            </p:cNvPr>
            <p:cNvSpPr/>
            <p:nvPr/>
          </p:nvSpPr>
          <p:spPr>
            <a:xfrm>
              <a:off x="6299942" y="735220"/>
              <a:ext cx="935883" cy="9358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2" name="Gráfico 81" descr="Cerrar">
              <a:extLst>
                <a:ext uri="{FF2B5EF4-FFF2-40B4-BE49-F238E27FC236}">
                  <a16:creationId xmlns:a16="http://schemas.microsoft.com/office/drawing/2014/main" id="{51F847BE-E02B-4508-94F8-FD4E523F3A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02348" y="857446"/>
              <a:ext cx="731069" cy="731069"/>
            </a:xfrm>
            <a:prstGeom prst="rect">
              <a:avLst/>
            </a:prstGeom>
          </p:spPr>
        </p:pic>
      </p:grpSp>
      <p:pic>
        <p:nvPicPr>
          <p:cNvPr id="83" name="Imagen 82">
            <a:extLst>
              <a:ext uri="{FF2B5EF4-FFF2-40B4-BE49-F238E27FC236}">
                <a16:creationId xmlns:a16="http://schemas.microsoft.com/office/drawing/2014/main" id="{83A2AD0B-27FB-421A-814D-FA4F7254A93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61" t="46593" r="27244" b="25555"/>
          <a:stretch/>
        </p:blipFill>
        <p:spPr>
          <a:xfrm>
            <a:off x="3412684" y="3942709"/>
            <a:ext cx="859670" cy="1910090"/>
          </a:xfrm>
          <a:prstGeom prst="rect">
            <a:avLst/>
          </a:prstGeom>
        </p:spPr>
      </p:pic>
      <p:pic>
        <p:nvPicPr>
          <p:cNvPr id="84" name="Picture 2">
            <a:extLst>
              <a:ext uri="{FF2B5EF4-FFF2-40B4-BE49-F238E27FC236}">
                <a16:creationId xmlns:a16="http://schemas.microsoft.com/office/drawing/2014/main" id="{7B463159-07F0-465E-8211-B66EB10175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93" t="10097" r="60000" b="58915"/>
          <a:stretch/>
        </p:blipFill>
        <p:spPr bwMode="auto">
          <a:xfrm>
            <a:off x="4520924" y="4014603"/>
            <a:ext cx="1401948" cy="1645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" name="Grupo 84">
            <a:extLst>
              <a:ext uri="{FF2B5EF4-FFF2-40B4-BE49-F238E27FC236}">
                <a16:creationId xmlns:a16="http://schemas.microsoft.com/office/drawing/2014/main" id="{B1C1FC0F-8AFB-4BBF-AE53-3A92BCE2607A}"/>
              </a:ext>
            </a:extLst>
          </p:cNvPr>
          <p:cNvGrpSpPr/>
          <p:nvPr/>
        </p:nvGrpSpPr>
        <p:grpSpPr>
          <a:xfrm>
            <a:off x="6075335" y="5228161"/>
            <a:ext cx="507595" cy="507595"/>
            <a:chOff x="6299942" y="735220"/>
            <a:chExt cx="935883" cy="935883"/>
          </a:xfrm>
        </p:grpSpPr>
        <p:sp>
          <p:nvSpPr>
            <p:cNvPr id="86" name="Elipse 85">
              <a:extLst>
                <a:ext uri="{FF2B5EF4-FFF2-40B4-BE49-F238E27FC236}">
                  <a16:creationId xmlns:a16="http://schemas.microsoft.com/office/drawing/2014/main" id="{94122F45-2FB6-4B44-909D-20599A277078}"/>
                </a:ext>
              </a:extLst>
            </p:cNvPr>
            <p:cNvSpPr/>
            <p:nvPr/>
          </p:nvSpPr>
          <p:spPr>
            <a:xfrm>
              <a:off x="6299942" y="735220"/>
              <a:ext cx="935883" cy="9358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7" name="Gráfico 86" descr="Cerrar">
              <a:extLst>
                <a:ext uri="{FF2B5EF4-FFF2-40B4-BE49-F238E27FC236}">
                  <a16:creationId xmlns:a16="http://schemas.microsoft.com/office/drawing/2014/main" id="{9190C055-FA4C-4AE3-B932-6C7A885DBD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402348" y="857446"/>
              <a:ext cx="731069" cy="731069"/>
            </a:xfrm>
            <a:prstGeom prst="rect">
              <a:avLst/>
            </a:prstGeom>
          </p:spPr>
        </p:pic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C095A585-98F5-839F-5E0D-4FCAB90A6289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5904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upo 97">
            <a:extLst>
              <a:ext uri="{FF2B5EF4-FFF2-40B4-BE49-F238E27FC236}">
                <a16:creationId xmlns:a16="http://schemas.microsoft.com/office/drawing/2014/main" id="{D09E97FD-C56C-4823-A327-D1EA0913BF61}"/>
              </a:ext>
            </a:extLst>
          </p:cNvPr>
          <p:cNvGrpSpPr/>
          <p:nvPr/>
        </p:nvGrpSpPr>
        <p:grpSpPr>
          <a:xfrm>
            <a:off x="2963058" y="381915"/>
            <a:ext cx="3029997" cy="523220"/>
            <a:chOff x="3161019" y="342243"/>
            <a:chExt cx="3029997" cy="523220"/>
          </a:xfrm>
        </p:grpSpPr>
        <p:sp>
          <p:nvSpPr>
            <p:cNvPr id="99" name="Rectángulo: esquinas redondeadas 98">
              <a:extLst>
                <a:ext uri="{FF2B5EF4-FFF2-40B4-BE49-F238E27FC236}">
                  <a16:creationId xmlns:a16="http://schemas.microsoft.com/office/drawing/2014/main" id="{ABBF864E-37D1-4AB7-9A10-AB1D2B9218FA}"/>
                </a:ext>
              </a:extLst>
            </p:cNvPr>
            <p:cNvSpPr/>
            <p:nvPr/>
          </p:nvSpPr>
          <p:spPr>
            <a:xfrm>
              <a:off x="3427169" y="347399"/>
              <a:ext cx="2509448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4C470156-34F7-4830-8AB6-82710E4A66EC}"/>
                </a:ext>
              </a:extLst>
            </p:cNvPr>
            <p:cNvSpPr txBox="1"/>
            <p:nvPr/>
          </p:nvSpPr>
          <p:spPr>
            <a:xfrm>
              <a:off x="3161019" y="342243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D492DAAF-7930-412B-88F9-1215F90F756A}"/>
              </a:ext>
            </a:extLst>
          </p:cNvPr>
          <p:cNvSpPr/>
          <p:nvPr/>
        </p:nvSpPr>
        <p:spPr>
          <a:xfrm>
            <a:off x="3365709" y="3375152"/>
            <a:ext cx="2509448" cy="518063"/>
          </a:xfrm>
          <a:prstGeom prst="roundRect">
            <a:avLst>
              <a:gd name="adj" fmla="val 41219"/>
            </a:avLst>
          </a:prstGeom>
          <a:solidFill>
            <a:srgbClr val="F5B6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5E26CE16-FF01-4155-904E-49B9CFEF7C81}"/>
              </a:ext>
            </a:extLst>
          </p:cNvPr>
          <p:cNvSpPr txBox="1"/>
          <p:nvPr/>
        </p:nvSpPr>
        <p:spPr>
          <a:xfrm>
            <a:off x="3099559" y="3369996"/>
            <a:ext cx="30299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SAM + CLIP</a:t>
            </a:r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4A32E3A-76AD-4D2C-B9E7-DCE3B4B701EC}"/>
              </a:ext>
            </a:extLst>
          </p:cNvPr>
          <p:cNvSpPr/>
          <p:nvPr/>
        </p:nvSpPr>
        <p:spPr>
          <a:xfrm>
            <a:off x="260225" y="1367014"/>
            <a:ext cx="27207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hemispherical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</a:t>
            </a:r>
            <a:endParaRPr lang="es-ES" sz="2400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B7F7A-32B6-415A-B532-243282CC0C68}"/>
              </a:ext>
            </a:extLst>
          </p:cNvPr>
          <p:cNvSpPr/>
          <p:nvPr/>
        </p:nvSpPr>
        <p:spPr>
          <a:xfrm>
            <a:off x="6946292" y="1353821"/>
            <a:ext cx="2079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container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for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food</a:t>
            </a:r>
            <a:endParaRPr lang="es-ES" sz="2400" dirty="0"/>
          </a:p>
        </p:txBody>
      </p:sp>
      <p:cxnSp>
        <p:nvCxnSpPr>
          <p:cNvPr id="42" name="Conector recto de flecha 41">
            <a:extLst>
              <a:ext uri="{FF2B5EF4-FFF2-40B4-BE49-F238E27FC236}">
                <a16:creationId xmlns:a16="http://schemas.microsoft.com/office/drawing/2014/main" id="{3C8E1EA2-D254-4207-8718-B2A46EF9FEAA}"/>
              </a:ext>
            </a:extLst>
          </p:cNvPr>
          <p:cNvCxnSpPr>
            <a:cxnSpLocks/>
            <a:stCxn id="44" idx="1"/>
          </p:cNvCxnSpPr>
          <p:nvPr/>
        </p:nvCxnSpPr>
        <p:spPr>
          <a:xfrm flipH="1">
            <a:off x="6435729" y="1712823"/>
            <a:ext cx="599854" cy="44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B9C04499-CE39-4ADE-BFF9-27463003E319}"/>
              </a:ext>
            </a:extLst>
          </p:cNvPr>
          <p:cNvSpPr/>
          <p:nvPr/>
        </p:nvSpPr>
        <p:spPr>
          <a:xfrm>
            <a:off x="303387" y="1182299"/>
            <a:ext cx="2656360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68C420EF-0E58-4E9B-9A4B-87F663522780}"/>
              </a:ext>
            </a:extLst>
          </p:cNvPr>
          <p:cNvSpPr/>
          <p:nvPr/>
        </p:nvSpPr>
        <p:spPr>
          <a:xfrm>
            <a:off x="7035583" y="1182298"/>
            <a:ext cx="1900846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A155BFB3-5CB5-419B-AAB3-FFDCABCDDB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7" t="60386" r="49214" b="22780"/>
          <a:stretch/>
        </p:blipFill>
        <p:spPr bwMode="auto">
          <a:xfrm>
            <a:off x="3341535" y="1128273"/>
            <a:ext cx="1686545" cy="1381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8C0EAE67-C033-46BD-94A0-0912A674396B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2959747" y="1712824"/>
            <a:ext cx="3439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o 48">
            <a:extLst>
              <a:ext uri="{FF2B5EF4-FFF2-40B4-BE49-F238E27FC236}">
                <a16:creationId xmlns:a16="http://schemas.microsoft.com/office/drawing/2014/main" id="{81FE631D-38FC-42FE-BC88-6A57EC5A1924}"/>
              </a:ext>
            </a:extLst>
          </p:cNvPr>
          <p:cNvGrpSpPr/>
          <p:nvPr/>
        </p:nvGrpSpPr>
        <p:grpSpPr>
          <a:xfrm>
            <a:off x="6572356" y="2090714"/>
            <a:ext cx="507595" cy="507595"/>
            <a:chOff x="6299942" y="735220"/>
            <a:chExt cx="935883" cy="935883"/>
          </a:xfrm>
        </p:grpSpPr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7075EDB9-5271-4F79-9318-F8E4DFD06FD8}"/>
                </a:ext>
              </a:extLst>
            </p:cNvPr>
            <p:cNvSpPr/>
            <p:nvPr/>
          </p:nvSpPr>
          <p:spPr>
            <a:xfrm>
              <a:off x="6299942" y="735220"/>
              <a:ext cx="935883" cy="9358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5" name="Gráfico 54" descr="Cerrar">
              <a:extLst>
                <a:ext uri="{FF2B5EF4-FFF2-40B4-BE49-F238E27FC236}">
                  <a16:creationId xmlns:a16="http://schemas.microsoft.com/office/drawing/2014/main" id="{85C82BE8-3798-4209-92D6-60EDE801F7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02348" y="857446"/>
              <a:ext cx="731069" cy="731069"/>
            </a:xfrm>
            <a:prstGeom prst="rect">
              <a:avLst/>
            </a:prstGeom>
          </p:spPr>
        </p:pic>
      </p:grpSp>
      <p:pic>
        <p:nvPicPr>
          <p:cNvPr id="56" name="Picture 12">
            <a:extLst>
              <a:ext uri="{FF2B5EF4-FFF2-40B4-BE49-F238E27FC236}">
                <a16:creationId xmlns:a16="http://schemas.microsoft.com/office/drawing/2014/main" id="{6045E308-7FAB-4396-B703-5B843FE615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246" t="69686" r="38132"/>
          <a:stretch/>
        </p:blipFill>
        <p:spPr bwMode="auto">
          <a:xfrm>
            <a:off x="5146772" y="988291"/>
            <a:ext cx="1306892" cy="1686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7" name="Grupo 56">
            <a:extLst>
              <a:ext uri="{FF2B5EF4-FFF2-40B4-BE49-F238E27FC236}">
                <a16:creationId xmlns:a16="http://schemas.microsoft.com/office/drawing/2014/main" id="{739D7B85-B964-4E98-BAE8-307880F2FE23}"/>
              </a:ext>
            </a:extLst>
          </p:cNvPr>
          <p:cNvGrpSpPr/>
          <p:nvPr/>
        </p:nvGrpSpPr>
        <p:grpSpPr>
          <a:xfrm>
            <a:off x="2683203" y="2327561"/>
            <a:ext cx="507595" cy="507595"/>
            <a:chOff x="3190240" y="753063"/>
            <a:chExt cx="1106217" cy="1106217"/>
          </a:xfrm>
        </p:grpSpPr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E86F3B9D-A8EA-4619-AEF4-03FDBAFB1CEA}"/>
                </a:ext>
              </a:extLst>
            </p:cNvPr>
            <p:cNvSpPr/>
            <p:nvPr/>
          </p:nvSpPr>
          <p:spPr>
            <a:xfrm>
              <a:off x="3190240" y="753063"/>
              <a:ext cx="1106217" cy="11062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59" name="Gráfico 58" descr="Marca de verificación">
              <a:extLst>
                <a:ext uri="{FF2B5EF4-FFF2-40B4-BE49-F238E27FC236}">
                  <a16:creationId xmlns:a16="http://schemas.microsoft.com/office/drawing/2014/main" id="{5A3C2FC5-4369-43B5-BA97-5C16D63A6CA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44262" y="907085"/>
              <a:ext cx="798171" cy="798171"/>
            </a:xfrm>
            <a:prstGeom prst="rect">
              <a:avLst/>
            </a:prstGeom>
          </p:spPr>
        </p:pic>
      </p:grpSp>
      <p:sp>
        <p:nvSpPr>
          <p:cNvPr id="60" name="Rectángulo 59">
            <a:extLst>
              <a:ext uri="{FF2B5EF4-FFF2-40B4-BE49-F238E27FC236}">
                <a16:creationId xmlns:a16="http://schemas.microsoft.com/office/drawing/2014/main" id="{8FB6F415-4C41-4E37-8364-DACCB72A99F1}"/>
              </a:ext>
            </a:extLst>
          </p:cNvPr>
          <p:cNvSpPr/>
          <p:nvPr/>
        </p:nvSpPr>
        <p:spPr>
          <a:xfrm>
            <a:off x="170934" y="4264131"/>
            <a:ext cx="27207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hemispherical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</a:t>
            </a:r>
            <a:endParaRPr lang="es-ES" sz="2400" dirty="0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2267C189-7E80-4562-B719-D72BED279588}"/>
              </a:ext>
            </a:extLst>
          </p:cNvPr>
          <p:cNvSpPr/>
          <p:nvPr/>
        </p:nvSpPr>
        <p:spPr>
          <a:xfrm>
            <a:off x="6857001" y="4250938"/>
            <a:ext cx="20794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A container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for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food</a:t>
            </a:r>
            <a:endParaRPr lang="es-ES" sz="2400" dirty="0"/>
          </a:p>
        </p:txBody>
      </p:sp>
      <p:cxnSp>
        <p:nvCxnSpPr>
          <p:cNvPr id="62" name="Conector recto de flecha 61">
            <a:extLst>
              <a:ext uri="{FF2B5EF4-FFF2-40B4-BE49-F238E27FC236}">
                <a16:creationId xmlns:a16="http://schemas.microsoft.com/office/drawing/2014/main" id="{D044EC3E-9DA7-4095-A058-4946E8AB8596}"/>
              </a:ext>
            </a:extLst>
          </p:cNvPr>
          <p:cNvCxnSpPr>
            <a:cxnSpLocks/>
            <a:stCxn id="64" idx="1"/>
          </p:cNvCxnSpPr>
          <p:nvPr/>
        </p:nvCxnSpPr>
        <p:spPr>
          <a:xfrm flipH="1">
            <a:off x="6346438" y="4609940"/>
            <a:ext cx="599854" cy="4482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A4D52667-F0AD-4F87-827A-12C25CA879F7}"/>
              </a:ext>
            </a:extLst>
          </p:cNvPr>
          <p:cNvSpPr/>
          <p:nvPr/>
        </p:nvSpPr>
        <p:spPr>
          <a:xfrm>
            <a:off x="214096" y="4079416"/>
            <a:ext cx="2656360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FB2FCB9-E1C5-484F-AABF-8300307C7737}"/>
              </a:ext>
            </a:extLst>
          </p:cNvPr>
          <p:cNvSpPr/>
          <p:nvPr/>
        </p:nvSpPr>
        <p:spPr>
          <a:xfrm>
            <a:off x="6946292" y="4079415"/>
            <a:ext cx="1900846" cy="1061049"/>
          </a:xfrm>
          <a:prstGeom prst="roundRect">
            <a:avLst>
              <a:gd name="adj" fmla="val 50000"/>
            </a:avLst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8972099B-EF3D-48B7-9E07-5E0C8CEDBC66}"/>
              </a:ext>
            </a:extLst>
          </p:cNvPr>
          <p:cNvGrpSpPr/>
          <p:nvPr/>
        </p:nvGrpSpPr>
        <p:grpSpPr>
          <a:xfrm>
            <a:off x="2478348" y="5098714"/>
            <a:ext cx="507595" cy="507595"/>
            <a:chOff x="3190240" y="753063"/>
            <a:chExt cx="1106217" cy="1106217"/>
          </a:xfrm>
        </p:grpSpPr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3EE04418-8268-4CEC-B3A3-77F827286B64}"/>
                </a:ext>
              </a:extLst>
            </p:cNvPr>
            <p:cNvSpPr/>
            <p:nvPr/>
          </p:nvSpPr>
          <p:spPr>
            <a:xfrm>
              <a:off x="3190240" y="753063"/>
              <a:ext cx="1106217" cy="1106217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70" name="Gráfico 69" descr="Marca de verificación">
              <a:extLst>
                <a:ext uri="{FF2B5EF4-FFF2-40B4-BE49-F238E27FC236}">
                  <a16:creationId xmlns:a16="http://schemas.microsoft.com/office/drawing/2014/main" id="{0B23DE6B-7D9F-4159-B105-F6E66015026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44262" y="907085"/>
              <a:ext cx="798171" cy="798171"/>
            </a:xfrm>
            <a:prstGeom prst="rect">
              <a:avLst/>
            </a:prstGeom>
          </p:spPr>
        </p:pic>
      </p:grpSp>
      <p:cxnSp>
        <p:nvCxnSpPr>
          <p:cNvPr id="74" name="Conector recto de flecha 73">
            <a:extLst>
              <a:ext uri="{FF2B5EF4-FFF2-40B4-BE49-F238E27FC236}">
                <a16:creationId xmlns:a16="http://schemas.microsoft.com/office/drawing/2014/main" id="{2E6A7E82-A8A0-4280-8014-6734F4F9DB85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2870456" y="4609941"/>
            <a:ext cx="34391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6" name="Grupo 75">
            <a:extLst>
              <a:ext uri="{FF2B5EF4-FFF2-40B4-BE49-F238E27FC236}">
                <a16:creationId xmlns:a16="http://schemas.microsoft.com/office/drawing/2014/main" id="{ED8C9B5E-CDB4-48EE-BB9F-83D62D3CD1DF}"/>
              </a:ext>
            </a:extLst>
          </p:cNvPr>
          <p:cNvGrpSpPr/>
          <p:nvPr/>
        </p:nvGrpSpPr>
        <p:grpSpPr>
          <a:xfrm>
            <a:off x="6483065" y="4987831"/>
            <a:ext cx="507595" cy="507595"/>
            <a:chOff x="6299942" y="735220"/>
            <a:chExt cx="935883" cy="935883"/>
          </a:xfrm>
        </p:grpSpPr>
        <p:sp>
          <p:nvSpPr>
            <p:cNvPr id="88" name="Elipse 87">
              <a:extLst>
                <a:ext uri="{FF2B5EF4-FFF2-40B4-BE49-F238E27FC236}">
                  <a16:creationId xmlns:a16="http://schemas.microsoft.com/office/drawing/2014/main" id="{AD8FEDF7-8F29-442E-80E8-CF8C0BEB5550}"/>
                </a:ext>
              </a:extLst>
            </p:cNvPr>
            <p:cNvSpPr/>
            <p:nvPr/>
          </p:nvSpPr>
          <p:spPr>
            <a:xfrm>
              <a:off x="6299942" y="735220"/>
              <a:ext cx="935883" cy="93588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pic>
          <p:nvPicPr>
            <p:cNvPr id="89" name="Gráfico 88" descr="Cerrar">
              <a:extLst>
                <a:ext uri="{FF2B5EF4-FFF2-40B4-BE49-F238E27FC236}">
                  <a16:creationId xmlns:a16="http://schemas.microsoft.com/office/drawing/2014/main" id="{C59B8B15-0348-4D52-AB42-5F54F3B9EB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02348" y="857446"/>
              <a:ext cx="731069" cy="731069"/>
            </a:xfrm>
            <a:prstGeom prst="rect">
              <a:avLst/>
            </a:prstGeom>
          </p:spPr>
        </p:pic>
      </p:grpSp>
      <p:pic>
        <p:nvPicPr>
          <p:cNvPr id="90" name="Picture 4">
            <a:extLst>
              <a:ext uri="{FF2B5EF4-FFF2-40B4-BE49-F238E27FC236}">
                <a16:creationId xmlns:a16="http://schemas.microsoft.com/office/drawing/2014/main" id="{4DE2DB79-D144-4639-89FC-88A5B48A20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92" t="60385" r="50000" b="24445"/>
          <a:stretch/>
        </p:blipFill>
        <p:spPr bwMode="auto">
          <a:xfrm>
            <a:off x="3315629" y="4079415"/>
            <a:ext cx="1633824" cy="138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6">
            <a:extLst>
              <a:ext uri="{FF2B5EF4-FFF2-40B4-BE49-F238E27FC236}">
                <a16:creationId xmlns:a16="http://schemas.microsoft.com/office/drawing/2014/main" id="{CC5D1989-BB80-4BCD-82EA-A920599065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7" t="45805" r="64873" b="34036"/>
          <a:stretch/>
        </p:blipFill>
        <p:spPr bwMode="auto">
          <a:xfrm>
            <a:off x="5069278" y="4079415"/>
            <a:ext cx="1226608" cy="1416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9C486C6-70E1-A07C-CDA4-68E30BAB9B3E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4713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BAD4B87-EE2A-4AC5-9B01-1F2889796F2B}"/>
              </a:ext>
            </a:extLst>
          </p:cNvPr>
          <p:cNvSpPr/>
          <p:nvPr/>
        </p:nvSpPr>
        <p:spPr>
          <a:xfrm>
            <a:off x="649819" y="1562636"/>
            <a:ext cx="3279710" cy="1866364"/>
          </a:xfrm>
          <a:prstGeom prst="roundRect">
            <a:avLst>
              <a:gd name="adj" fmla="val 50000"/>
            </a:avLst>
          </a:prstGeom>
          <a:solidFill>
            <a:schemeClr val="accent4">
              <a:alpha val="6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DB74FAD-30CC-4798-97E3-A1D5939AEA76}"/>
              </a:ext>
            </a:extLst>
          </p:cNvPr>
          <p:cNvSpPr/>
          <p:nvPr/>
        </p:nvSpPr>
        <p:spPr>
          <a:xfrm>
            <a:off x="2797677" y="2999942"/>
            <a:ext cx="3279710" cy="1866364"/>
          </a:xfrm>
          <a:prstGeom prst="roundRect">
            <a:avLst>
              <a:gd name="adj" fmla="val 50000"/>
            </a:avLst>
          </a:prstGeom>
          <a:solidFill>
            <a:srgbClr val="FF99FF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2518614" y="101019"/>
            <a:ext cx="3964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First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5C77FBC-29E0-4AE0-9B7D-92B0F329AADA}"/>
              </a:ext>
            </a:extLst>
          </p:cNvPr>
          <p:cNvSpPr txBox="1"/>
          <p:nvPr/>
        </p:nvSpPr>
        <p:spPr>
          <a:xfrm>
            <a:off x="855400" y="2018764"/>
            <a:ext cx="28685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No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consistent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results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43AB69D-BB15-410F-8E01-BC894B068BA9}"/>
              </a:ext>
            </a:extLst>
          </p:cNvPr>
          <p:cNvSpPr txBox="1"/>
          <p:nvPr/>
        </p:nvSpPr>
        <p:spPr>
          <a:xfrm>
            <a:off x="2915274" y="3342441"/>
            <a:ext cx="31712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YOLO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masks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seem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to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perfom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better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7D7853A9-3372-4E5A-B952-615AB1BAF82A}"/>
              </a:ext>
            </a:extLst>
          </p:cNvPr>
          <p:cNvSpPr/>
          <p:nvPr/>
        </p:nvSpPr>
        <p:spPr>
          <a:xfrm>
            <a:off x="4572000" y="1562636"/>
            <a:ext cx="3279710" cy="1866364"/>
          </a:xfrm>
          <a:prstGeom prst="roundRect">
            <a:avLst>
              <a:gd name="adj" fmla="val 50000"/>
            </a:avLst>
          </a:prstGeom>
          <a:solidFill>
            <a:schemeClr val="accent6">
              <a:alpha val="6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8E8FD0A-F34E-40B1-9ED5-171C7F6A3178}"/>
              </a:ext>
            </a:extLst>
          </p:cNvPr>
          <p:cNvSpPr txBox="1"/>
          <p:nvPr/>
        </p:nvSpPr>
        <p:spPr>
          <a:xfrm>
            <a:off x="4777581" y="1813424"/>
            <a:ext cx="28685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Geometry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seem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to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work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C5CA5BF-FCD4-E719-F394-06B41EC62AF7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3723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CuadroTexto 151">
            <a:extLst>
              <a:ext uri="{FF2B5EF4-FFF2-40B4-BE49-F238E27FC236}">
                <a16:creationId xmlns:a16="http://schemas.microsoft.com/office/drawing/2014/main" id="{6E4F8763-1EC1-424C-AB67-28DA9307270D}"/>
              </a:ext>
            </a:extLst>
          </p:cNvPr>
          <p:cNvSpPr txBox="1"/>
          <p:nvPr/>
        </p:nvSpPr>
        <p:spPr>
          <a:xfrm>
            <a:off x="2647666" y="101019"/>
            <a:ext cx="3706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Closing</a:t>
            </a:r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the gap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153" name="Conector recto 152">
            <a:extLst>
              <a:ext uri="{FF2B5EF4-FFF2-40B4-BE49-F238E27FC236}">
                <a16:creationId xmlns:a16="http://schemas.microsoft.com/office/drawing/2014/main" id="{8A06D0AF-5280-484B-BF5A-5B30C15B7FC2}"/>
              </a:ext>
            </a:extLst>
          </p:cNvPr>
          <p:cNvCxnSpPr>
            <a:cxnSpLocks/>
          </p:cNvCxnSpPr>
          <p:nvPr/>
        </p:nvCxnSpPr>
        <p:spPr>
          <a:xfrm>
            <a:off x="4329430" y="1413415"/>
            <a:ext cx="0" cy="4309404"/>
          </a:xfrm>
          <a:prstGeom prst="line">
            <a:avLst/>
          </a:prstGeom>
          <a:ln w="285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CuadroTexto 153">
            <a:extLst>
              <a:ext uri="{FF2B5EF4-FFF2-40B4-BE49-F238E27FC236}">
                <a16:creationId xmlns:a16="http://schemas.microsoft.com/office/drawing/2014/main" id="{BD8A6C1F-5440-4C8D-AEC3-3F35A3FADBC0}"/>
              </a:ext>
            </a:extLst>
          </p:cNvPr>
          <p:cNvSpPr txBox="1"/>
          <p:nvPr/>
        </p:nvSpPr>
        <p:spPr>
          <a:xfrm>
            <a:off x="931103" y="2613931"/>
            <a:ext cx="25186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Classified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mask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5" name="CuadroTexto 154">
            <a:extLst>
              <a:ext uri="{FF2B5EF4-FFF2-40B4-BE49-F238E27FC236}">
                <a16:creationId xmlns:a16="http://schemas.microsoft.com/office/drawing/2014/main" id="{054856B5-50B4-42D3-A11B-ABFA93001978}"/>
              </a:ext>
            </a:extLst>
          </p:cNvPr>
          <p:cNvSpPr txBox="1"/>
          <p:nvPr/>
        </p:nvSpPr>
        <p:spPr>
          <a:xfrm>
            <a:off x="1288274" y="5157259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Text-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57A7DDBF-A65F-4903-B44B-91E2ED8D0B68}"/>
              </a:ext>
            </a:extLst>
          </p:cNvPr>
          <p:cNvGrpSpPr/>
          <p:nvPr/>
        </p:nvGrpSpPr>
        <p:grpSpPr>
          <a:xfrm>
            <a:off x="1206151" y="3723382"/>
            <a:ext cx="2099332" cy="771686"/>
            <a:chOff x="3217925" y="747350"/>
            <a:chExt cx="2099332" cy="771686"/>
          </a:xfrm>
        </p:grpSpPr>
        <p:sp>
          <p:nvSpPr>
            <p:cNvPr id="156" name="Rectángulo: esquinas redondeadas 155">
              <a:extLst>
                <a:ext uri="{FF2B5EF4-FFF2-40B4-BE49-F238E27FC236}">
                  <a16:creationId xmlns:a16="http://schemas.microsoft.com/office/drawing/2014/main" id="{2F6D83CF-F971-46E1-906D-394E3BCC3BAB}"/>
                </a:ext>
              </a:extLst>
            </p:cNvPr>
            <p:cNvSpPr/>
            <p:nvPr/>
          </p:nvSpPr>
          <p:spPr>
            <a:xfrm>
              <a:off x="3217925" y="747350"/>
              <a:ext cx="2099332" cy="771686"/>
            </a:xfrm>
            <a:prstGeom prst="roundRect">
              <a:avLst>
                <a:gd name="adj" fmla="val 41219"/>
              </a:avLst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7" name="CuadroTexto 156">
              <a:extLst>
                <a:ext uri="{FF2B5EF4-FFF2-40B4-BE49-F238E27FC236}">
                  <a16:creationId xmlns:a16="http://schemas.microsoft.com/office/drawing/2014/main" id="{3C6418F6-0B7D-44B1-90D6-9A0469BA0B17}"/>
                </a:ext>
              </a:extLst>
            </p:cNvPr>
            <p:cNvSpPr txBox="1"/>
            <p:nvPr/>
          </p:nvSpPr>
          <p:spPr>
            <a:xfrm>
              <a:off x="3784928" y="871583"/>
              <a:ext cx="9653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CLIP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9276B637-BC08-423B-8F12-C381B44406D7}"/>
              </a:ext>
            </a:extLst>
          </p:cNvPr>
          <p:cNvGrpSpPr/>
          <p:nvPr/>
        </p:nvGrpSpPr>
        <p:grpSpPr>
          <a:xfrm>
            <a:off x="1173821" y="1271792"/>
            <a:ext cx="2099332" cy="771686"/>
            <a:chOff x="3217925" y="747350"/>
            <a:chExt cx="2099332" cy="771686"/>
          </a:xfrm>
        </p:grpSpPr>
        <p:sp>
          <p:nvSpPr>
            <p:cNvPr id="158" name="Rectángulo: esquinas redondeadas 157">
              <a:extLst>
                <a:ext uri="{FF2B5EF4-FFF2-40B4-BE49-F238E27FC236}">
                  <a16:creationId xmlns:a16="http://schemas.microsoft.com/office/drawing/2014/main" id="{188D2A19-027F-4CDA-85B4-85CD81854243}"/>
                </a:ext>
              </a:extLst>
            </p:cNvPr>
            <p:cNvSpPr/>
            <p:nvPr/>
          </p:nvSpPr>
          <p:spPr>
            <a:xfrm>
              <a:off x="3217925" y="747350"/>
              <a:ext cx="2099332" cy="771686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9" name="CuadroTexto 158">
              <a:extLst>
                <a:ext uri="{FF2B5EF4-FFF2-40B4-BE49-F238E27FC236}">
                  <a16:creationId xmlns:a16="http://schemas.microsoft.com/office/drawing/2014/main" id="{C694777D-AE60-4F0D-9209-63F331062C40}"/>
                </a:ext>
              </a:extLst>
            </p:cNvPr>
            <p:cNvSpPr txBox="1"/>
            <p:nvPr/>
          </p:nvSpPr>
          <p:spPr>
            <a:xfrm>
              <a:off x="3687143" y="871583"/>
              <a:ext cx="116089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</a:t>
              </a:r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044D2FB1-078C-4397-8D52-690B1153E6A1}"/>
              </a:ext>
            </a:extLst>
          </p:cNvPr>
          <p:cNvGrpSpPr/>
          <p:nvPr/>
        </p:nvGrpSpPr>
        <p:grpSpPr>
          <a:xfrm>
            <a:off x="5870849" y="1271792"/>
            <a:ext cx="2099332" cy="771686"/>
            <a:chOff x="3217925" y="747350"/>
            <a:chExt cx="2099332" cy="771686"/>
          </a:xfrm>
        </p:grpSpPr>
        <p:sp>
          <p:nvSpPr>
            <p:cNvPr id="160" name="Rectángulo: esquinas redondeadas 159">
              <a:extLst>
                <a:ext uri="{FF2B5EF4-FFF2-40B4-BE49-F238E27FC236}">
                  <a16:creationId xmlns:a16="http://schemas.microsoft.com/office/drawing/2014/main" id="{71DC5B14-1ABB-4C2A-A0AF-C740BDB291BD}"/>
                </a:ext>
              </a:extLst>
            </p:cNvPr>
            <p:cNvSpPr/>
            <p:nvPr/>
          </p:nvSpPr>
          <p:spPr>
            <a:xfrm>
              <a:off x="3217925" y="747350"/>
              <a:ext cx="2099332" cy="771686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1" name="CuadroTexto 160">
              <a:extLst>
                <a:ext uri="{FF2B5EF4-FFF2-40B4-BE49-F238E27FC236}">
                  <a16:creationId xmlns:a16="http://schemas.microsoft.com/office/drawing/2014/main" id="{0BA94ADB-F0D6-4ADD-9DD6-4DC97A5C2919}"/>
                </a:ext>
              </a:extLst>
            </p:cNvPr>
            <p:cNvSpPr txBox="1"/>
            <p:nvPr/>
          </p:nvSpPr>
          <p:spPr>
            <a:xfrm>
              <a:off x="3760882" y="871583"/>
              <a:ext cx="10134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</a:t>
              </a:r>
            </a:p>
          </p:txBody>
        </p:sp>
      </p:grp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3DAD9B85-B5B0-4DE5-A79D-452AA495B1A5}"/>
              </a:ext>
            </a:extLst>
          </p:cNvPr>
          <p:cNvCxnSpPr>
            <a:cxnSpLocks/>
            <a:stCxn id="158" idx="2"/>
          </p:cNvCxnSpPr>
          <p:nvPr/>
        </p:nvCxnSpPr>
        <p:spPr>
          <a:xfrm>
            <a:off x="2223487" y="2043478"/>
            <a:ext cx="0" cy="60784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ector recto de flecha 161">
            <a:extLst>
              <a:ext uri="{FF2B5EF4-FFF2-40B4-BE49-F238E27FC236}">
                <a16:creationId xmlns:a16="http://schemas.microsoft.com/office/drawing/2014/main" id="{557DF401-985B-4287-B078-8BA75675ACDA}"/>
              </a:ext>
            </a:extLst>
          </p:cNvPr>
          <p:cNvCxnSpPr>
            <a:cxnSpLocks/>
          </p:cNvCxnSpPr>
          <p:nvPr/>
        </p:nvCxnSpPr>
        <p:spPr>
          <a:xfrm>
            <a:off x="2208850" y="3110072"/>
            <a:ext cx="0" cy="5788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Conector recto de flecha 162">
            <a:extLst>
              <a:ext uri="{FF2B5EF4-FFF2-40B4-BE49-F238E27FC236}">
                <a16:creationId xmlns:a16="http://schemas.microsoft.com/office/drawing/2014/main" id="{0060DE08-7129-4CA1-9548-E0A877C3E6B7}"/>
              </a:ext>
            </a:extLst>
          </p:cNvPr>
          <p:cNvCxnSpPr>
            <a:cxnSpLocks/>
          </p:cNvCxnSpPr>
          <p:nvPr/>
        </p:nvCxnSpPr>
        <p:spPr>
          <a:xfrm>
            <a:off x="2208850" y="4495068"/>
            <a:ext cx="0" cy="5788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31BA54E-7518-4642-B541-04C2696AAB90}"/>
              </a:ext>
            </a:extLst>
          </p:cNvPr>
          <p:cNvSpPr/>
          <p:nvPr/>
        </p:nvSpPr>
        <p:spPr>
          <a:xfrm>
            <a:off x="4874639" y="2494907"/>
            <a:ext cx="9925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Mask</a:t>
            </a:r>
            <a:endParaRPr lang="es-ES" sz="2400" dirty="0"/>
          </a:p>
        </p:txBody>
      </p:sp>
      <p:grpSp>
        <p:nvGrpSpPr>
          <p:cNvPr id="165" name="Grupo 164">
            <a:extLst>
              <a:ext uri="{FF2B5EF4-FFF2-40B4-BE49-F238E27FC236}">
                <a16:creationId xmlns:a16="http://schemas.microsoft.com/office/drawing/2014/main" id="{E9B4124D-89EF-4822-907B-8D88B10718D5}"/>
              </a:ext>
            </a:extLst>
          </p:cNvPr>
          <p:cNvGrpSpPr/>
          <p:nvPr/>
        </p:nvGrpSpPr>
        <p:grpSpPr>
          <a:xfrm>
            <a:off x="6404976" y="2388186"/>
            <a:ext cx="2099332" cy="771686"/>
            <a:chOff x="3217925" y="747350"/>
            <a:chExt cx="2099332" cy="771686"/>
          </a:xfrm>
        </p:grpSpPr>
        <p:sp>
          <p:nvSpPr>
            <p:cNvPr id="166" name="Rectángulo: esquinas redondeadas 165">
              <a:extLst>
                <a:ext uri="{FF2B5EF4-FFF2-40B4-BE49-F238E27FC236}">
                  <a16:creationId xmlns:a16="http://schemas.microsoft.com/office/drawing/2014/main" id="{6DCCC96B-DA11-4F46-A1C0-4635480F20BA}"/>
                </a:ext>
              </a:extLst>
            </p:cNvPr>
            <p:cNvSpPr/>
            <p:nvPr/>
          </p:nvSpPr>
          <p:spPr>
            <a:xfrm>
              <a:off x="3217925" y="747350"/>
              <a:ext cx="2099332" cy="771686"/>
            </a:xfrm>
            <a:prstGeom prst="roundRect">
              <a:avLst>
                <a:gd name="adj" fmla="val 41219"/>
              </a:avLst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AFA5EC1F-7CB0-4B9F-B3D9-C306EBB4CB60}"/>
                </a:ext>
              </a:extLst>
            </p:cNvPr>
            <p:cNvSpPr txBox="1"/>
            <p:nvPr/>
          </p:nvSpPr>
          <p:spPr>
            <a:xfrm>
              <a:off x="3784928" y="871583"/>
              <a:ext cx="9653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CLIP</a:t>
              </a:r>
            </a:p>
          </p:txBody>
        </p:sp>
      </p:grpSp>
      <p:cxnSp>
        <p:nvCxnSpPr>
          <p:cNvPr id="168" name="Conector recto de flecha 167">
            <a:extLst>
              <a:ext uri="{FF2B5EF4-FFF2-40B4-BE49-F238E27FC236}">
                <a16:creationId xmlns:a16="http://schemas.microsoft.com/office/drawing/2014/main" id="{1E4E5CA4-87D5-4202-AB48-0D026E8DAB9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867218" y="2725740"/>
            <a:ext cx="46562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A0A9D8E8-9D1A-4962-AFB0-036C5BC7E4A7}"/>
              </a:ext>
            </a:extLst>
          </p:cNvPr>
          <p:cNvCxnSpPr>
            <a:cxnSpLocks/>
            <a:stCxn id="160" idx="1"/>
          </p:cNvCxnSpPr>
          <p:nvPr/>
        </p:nvCxnSpPr>
        <p:spPr>
          <a:xfrm rot="10800000" flipV="1">
            <a:off x="5353379" y="1657634"/>
            <a:ext cx="517471" cy="666171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cto de flecha 169">
            <a:extLst>
              <a:ext uri="{FF2B5EF4-FFF2-40B4-BE49-F238E27FC236}">
                <a16:creationId xmlns:a16="http://schemas.microsoft.com/office/drawing/2014/main" id="{0DA9553B-8F8D-4598-B070-E6B355643D94}"/>
              </a:ext>
            </a:extLst>
          </p:cNvPr>
          <p:cNvCxnSpPr>
            <a:cxnSpLocks/>
          </p:cNvCxnSpPr>
          <p:nvPr/>
        </p:nvCxnSpPr>
        <p:spPr>
          <a:xfrm>
            <a:off x="8094722" y="3147245"/>
            <a:ext cx="0" cy="56351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CuadroTexto 170">
            <a:extLst>
              <a:ext uri="{FF2B5EF4-FFF2-40B4-BE49-F238E27FC236}">
                <a16:creationId xmlns:a16="http://schemas.microsoft.com/office/drawing/2014/main" id="{A36BF330-E5A8-4605-9D72-3B97261E67EA}"/>
              </a:ext>
            </a:extLst>
          </p:cNvPr>
          <p:cNvSpPr txBox="1"/>
          <p:nvPr/>
        </p:nvSpPr>
        <p:spPr>
          <a:xfrm>
            <a:off x="6949867" y="3721365"/>
            <a:ext cx="2099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Classified</a:t>
            </a:r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mask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73" name="CuadroTexto 172">
            <a:extLst>
              <a:ext uri="{FF2B5EF4-FFF2-40B4-BE49-F238E27FC236}">
                <a16:creationId xmlns:a16="http://schemas.microsoft.com/office/drawing/2014/main" id="{FD2B0D85-BFA1-452A-8F26-8879D9483DD9}"/>
              </a:ext>
            </a:extLst>
          </p:cNvPr>
          <p:cNvSpPr txBox="1"/>
          <p:nvPr/>
        </p:nvSpPr>
        <p:spPr>
          <a:xfrm>
            <a:off x="5672566" y="5157258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2400" dirty="0">
                <a:latin typeface="Segoe UI Black" panose="020B0A02040204020203" pitchFamily="34" charset="0"/>
                <a:ea typeface="Segoe UI Black" panose="020B0A02040204020203" pitchFamily="34" charset="0"/>
              </a:rPr>
              <a:t>Text-</a:t>
            </a:r>
            <a:r>
              <a:rPr lang="es-ES" sz="24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cxnSp>
        <p:nvCxnSpPr>
          <p:cNvPr id="174" name="Conector recto de flecha 173">
            <a:extLst>
              <a:ext uri="{FF2B5EF4-FFF2-40B4-BE49-F238E27FC236}">
                <a16:creationId xmlns:a16="http://schemas.microsoft.com/office/drawing/2014/main" id="{14BB8BB5-F4B0-4215-A147-B6F70B1AEDAF}"/>
              </a:ext>
            </a:extLst>
          </p:cNvPr>
          <p:cNvCxnSpPr>
            <a:cxnSpLocks/>
          </p:cNvCxnSpPr>
          <p:nvPr/>
        </p:nvCxnSpPr>
        <p:spPr>
          <a:xfrm flipH="1">
            <a:off x="6708293" y="4153886"/>
            <a:ext cx="42444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upo 174">
            <a:extLst>
              <a:ext uri="{FF2B5EF4-FFF2-40B4-BE49-F238E27FC236}">
                <a16:creationId xmlns:a16="http://schemas.microsoft.com/office/drawing/2014/main" id="{BCD7AC3F-79A7-4207-B279-BFB0D2F07042}"/>
              </a:ext>
            </a:extLst>
          </p:cNvPr>
          <p:cNvGrpSpPr/>
          <p:nvPr/>
        </p:nvGrpSpPr>
        <p:grpSpPr>
          <a:xfrm>
            <a:off x="4562448" y="3730299"/>
            <a:ext cx="2099332" cy="771686"/>
            <a:chOff x="3217925" y="747350"/>
            <a:chExt cx="2099332" cy="771686"/>
          </a:xfrm>
        </p:grpSpPr>
        <p:sp>
          <p:nvSpPr>
            <p:cNvPr id="176" name="Rectángulo: esquinas redondeadas 175">
              <a:extLst>
                <a:ext uri="{FF2B5EF4-FFF2-40B4-BE49-F238E27FC236}">
                  <a16:creationId xmlns:a16="http://schemas.microsoft.com/office/drawing/2014/main" id="{6234A7DD-0E2B-40F0-BD0B-0768AD767F79}"/>
                </a:ext>
              </a:extLst>
            </p:cNvPr>
            <p:cNvSpPr/>
            <p:nvPr/>
          </p:nvSpPr>
          <p:spPr>
            <a:xfrm>
              <a:off x="3217925" y="747350"/>
              <a:ext cx="2099332" cy="771686"/>
            </a:xfrm>
            <a:prstGeom prst="roundRect">
              <a:avLst>
                <a:gd name="adj" fmla="val 41219"/>
              </a:avLst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7" name="CuadroTexto 176">
              <a:extLst>
                <a:ext uri="{FF2B5EF4-FFF2-40B4-BE49-F238E27FC236}">
                  <a16:creationId xmlns:a16="http://schemas.microsoft.com/office/drawing/2014/main" id="{1A5CA5BD-E6CA-4FCB-9C7C-FB8DC3004803}"/>
                </a:ext>
              </a:extLst>
            </p:cNvPr>
            <p:cNvSpPr txBox="1"/>
            <p:nvPr/>
          </p:nvSpPr>
          <p:spPr>
            <a:xfrm>
              <a:off x="3784928" y="871583"/>
              <a:ext cx="9653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CLIP</a:t>
              </a:r>
            </a:p>
          </p:txBody>
        </p:sp>
      </p:grpSp>
      <p:cxnSp>
        <p:nvCxnSpPr>
          <p:cNvPr id="179" name="Conector: angular 178">
            <a:extLst>
              <a:ext uri="{FF2B5EF4-FFF2-40B4-BE49-F238E27FC236}">
                <a16:creationId xmlns:a16="http://schemas.microsoft.com/office/drawing/2014/main" id="{C00CB64F-9AE0-43FE-98E9-190FC9AF153A}"/>
              </a:ext>
            </a:extLst>
          </p:cNvPr>
          <p:cNvCxnSpPr>
            <a:cxnSpLocks/>
            <a:stCxn id="176" idx="2"/>
            <a:endCxn id="173" idx="0"/>
          </p:cNvCxnSpPr>
          <p:nvPr/>
        </p:nvCxnSpPr>
        <p:spPr>
          <a:xfrm rot="16200000" flipH="1">
            <a:off x="5809311" y="4304788"/>
            <a:ext cx="655273" cy="1049666"/>
          </a:xfrm>
          <a:prstGeom prst="bentConnector3">
            <a:avLst>
              <a:gd name="adj1" fmla="val 50000"/>
            </a:avLst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5D9D423A-7C18-0AED-0CFE-5B224110A5A2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5092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rupo 97">
            <a:extLst>
              <a:ext uri="{FF2B5EF4-FFF2-40B4-BE49-F238E27FC236}">
                <a16:creationId xmlns:a16="http://schemas.microsoft.com/office/drawing/2014/main" id="{D09E97FD-C56C-4823-A327-D1EA0913BF61}"/>
              </a:ext>
            </a:extLst>
          </p:cNvPr>
          <p:cNvGrpSpPr/>
          <p:nvPr/>
        </p:nvGrpSpPr>
        <p:grpSpPr>
          <a:xfrm>
            <a:off x="883194" y="1236296"/>
            <a:ext cx="3029997" cy="530541"/>
            <a:chOff x="3306673" y="347399"/>
            <a:chExt cx="3029997" cy="530541"/>
          </a:xfrm>
        </p:grpSpPr>
        <p:sp>
          <p:nvSpPr>
            <p:cNvPr id="99" name="Rectángulo: esquinas redondeadas 98">
              <a:extLst>
                <a:ext uri="{FF2B5EF4-FFF2-40B4-BE49-F238E27FC236}">
                  <a16:creationId xmlns:a16="http://schemas.microsoft.com/office/drawing/2014/main" id="{ABBF864E-37D1-4AB7-9A10-AB1D2B9218FA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0" name="CuadroTexto 99">
              <a:extLst>
                <a:ext uri="{FF2B5EF4-FFF2-40B4-BE49-F238E27FC236}">
                  <a16:creationId xmlns:a16="http://schemas.microsoft.com/office/drawing/2014/main" id="{4C470156-34F7-4830-8AB6-82710E4A66EC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231139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+ CLIP^2</a:t>
              </a:r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4685224F-D1EE-4814-BEA6-24DE749EF8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42"/>
          <a:stretch/>
        </p:blipFill>
        <p:spPr>
          <a:xfrm>
            <a:off x="107009" y="2088743"/>
            <a:ext cx="4506366" cy="337523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15630FBF-D21F-424A-B0D3-1D04036F2C88}"/>
              </a:ext>
            </a:extLst>
          </p:cNvPr>
          <p:cNvSpPr/>
          <p:nvPr/>
        </p:nvSpPr>
        <p:spPr>
          <a:xfrm>
            <a:off x="268835" y="557411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["a sheep", "a white sheep", "a stuffed sheep", "a fluffy white sheep", "a fluffy sheep", "a cute sheep", "a tagged animal"]</a:t>
            </a:r>
            <a:endParaRPr lang="en-US" b="1" dirty="0">
              <a:effectLst/>
              <a:latin typeface="Courier New" panose="02070309020205020404" pitchFamily="49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CDD0AB39-334E-45D5-B25D-CE4773D27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7843" y="2085465"/>
            <a:ext cx="4031528" cy="337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999EA2C5-4B03-4528-A648-8F04C17BE6DD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8446ECE-3523-4BF5-AE58-F0824110EB7B}"/>
              </a:ext>
            </a:extLst>
          </p:cNvPr>
          <p:cNvSpPr txBox="1"/>
          <p:nvPr/>
        </p:nvSpPr>
        <p:spPr>
          <a:xfrm>
            <a:off x="6215200" y="3409544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0.32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4ED4CB1-D8CB-4566-97E8-7C671B38E8FB}"/>
              </a:ext>
            </a:extLst>
          </p:cNvPr>
          <p:cNvSpPr txBox="1"/>
          <p:nvPr/>
        </p:nvSpPr>
        <p:spPr>
          <a:xfrm>
            <a:off x="6742627" y="3271044"/>
            <a:ext cx="175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</a:t>
            </a:r>
            <a:r>
              <a:rPr lang="es-ES" dirty="0" err="1">
                <a:solidFill>
                  <a:srgbClr val="00FFFF"/>
                </a:solidFill>
              </a:rPr>
              <a:t>white</a:t>
            </a:r>
            <a:r>
              <a:rPr lang="es-ES" dirty="0">
                <a:solidFill>
                  <a:srgbClr val="00FFFF"/>
                </a:solidFill>
              </a:rPr>
              <a:t> </a:t>
            </a:r>
            <a:r>
              <a:rPr lang="es-ES" dirty="0" err="1">
                <a:solidFill>
                  <a:srgbClr val="00FFFF"/>
                </a:solidFill>
              </a:rPr>
              <a:t>sheep</a:t>
            </a:r>
            <a:r>
              <a:rPr lang="es-ES" dirty="0">
                <a:solidFill>
                  <a:srgbClr val="00FFFF"/>
                </a:solidFill>
              </a:rPr>
              <a:t> 0.26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C55C0ED-D2E7-46A9-95BF-942BF8A40391}"/>
              </a:ext>
            </a:extLst>
          </p:cNvPr>
          <p:cNvSpPr txBox="1"/>
          <p:nvPr/>
        </p:nvSpPr>
        <p:spPr>
          <a:xfrm>
            <a:off x="4909022" y="3401861"/>
            <a:ext cx="175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Brown </a:t>
            </a:r>
            <a:r>
              <a:rPr lang="es-ES" dirty="0" err="1">
                <a:solidFill>
                  <a:srgbClr val="00FFFF"/>
                </a:solidFill>
              </a:rPr>
              <a:t>cow</a:t>
            </a:r>
            <a:r>
              <a:rPr lang="es-ES" dirty="0">
                <a:solidFill>
                  <a:srgbClr val="00FFFF"/>
                </a:solidFill>
              </a:rPr>
              <a:t> 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994905D-8724-491A-9D1D-322531DD3FD2}"/>
              </a:ext>
            </a:extLst>
          </p:cNvPr>
          <p:cNvGrpSpPr/>
          <p:nvPr/>
        </p:nvGrpSpPr>
        <p:grpSpPr>
          <a:xfrm>
            <a:off x="3262149" y="5340306"/>
            <a:ext cx="2780093" cy="534459"/>
            <a:chOff x="1156090" y="1372300"/>
            <a:chExt cx="2780093" cy="534459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3F1F3EA9-7868-4AE5-B120-A0AEF62CF1C3}"/>
                </a:ext>
              </a:extLst>
            </p:cNvPr>
            <p:cNvSpPr/>
            <p:nvPr/>
          </p:nvSpPr>
          <p:spPr>
            <a:xfrm>
              <a:off x="1156090" y="1388696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3A656A9-4004-4C9A-834A-417A9A168A40}"/>
                </a:ext>
              </a:extLst>
            </p:cNvPr>
            <p:cNvSpPr txBox="1"/>
            <p:nvPr/>
          </p:nvSpPr>
          <p:spPr>
            <a:xfrm>
              <a:off x="1284994" y="1372300"/>
              <a:ext cx="2651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Teddy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bear</a:t>
              </a:r>
              <a:endParaRPr lang="es-ES" sz="28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10" name="Rectángulo 9">
            <a:extLst>
              <a:ext uri="{FF2B5EF4-FFF2-40B4-BE49-F238E27FC236}">
                <a16:creationId xmlns:a16="http://schemas.microsoft.com/office/drawing/2014/main" id="{43C617EF-E591-B7CB-4DF4-E7CB9096D881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7529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231139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+ CLIP^2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3C1E44C0-BB93-4C13-881A-8950DC6DDBAD}"/>
              </a:ext>
            </a:extLst>
          </p:cNvPr>
          <p:cNvSpPr/>
          <p:nvPr/>
        </p:nvSpPr>
        <p:spPr>
          <a:xfrm>
            <a:off x="1824418" y="712582"/>
            <a:ext cx="8483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["a </a:t>
            </a:r>
            <a:r>
              <a:rPr lang="en-US" b="1" dirty="0" err="1">
                <a:latin typeface="Courier New" panose="02070309020205020404" pitchFamily="49" charset="0"/>
              </a:rPr>
              <a:t>cow","a</a:t>
            </a:r>
            <a:r>
              <a:rPr lang="en-US" b="1" dirty="0">
                <a:latin typeface="Courier New" panose="02070309020205020404" pitchFamily="49" charset="0"/>
              </a:rPr>
              <a:t> white animal", "a brown cow "]</a:t>
            </a:r>
            <a:endParaRPr lang="en-US" b="1" dirty="0">
              <a:effectLst/>
              <a:latin typeface="Courier New" panose="02070309020205020404" pitchFamily="49" charset="0"/>
            </a:endParaRPr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DAAEAE3C-5733-4EE5-996C-D9F484F8A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293" y="2078436"/>
            <a:ext cx="4109795" cy="3440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32726010-4345-41F5-832B-1CD1CEBBD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5"/>
          <a:stretch/>
        </p:blipFill>
        <p:spPr bwMode="auto">
          <a:xfrm>
            <a:off x="126797" y="2045970"/>
            <a:ext cx="4739938" cy="352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F363AEA7-3C62-40DA-B9D6-DF4BE2D8FC01}"/>
              </a:ext>
            </a:extLst>
          </p:cNvPr>
          <p:cNvGrpSpPr/>
          <p:nvPr/>
        </p:nvGrpSpPr>
        <p:grpSpPr>
          <a:xfrm>
            <a:off x="883194" y="1236296"/>
            <a:ext cx="3029997" cy="530541"/>
            <a:chOff x="3306673" y="347399"/>
            <a:chExt cx="3029997" cy="530541"/>
          </a:xfrm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3CB08118-D415-40DF-BF9A-6FBF3F80549C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934CE699-F45E-48A9-9D62-15A26AA31122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F5B4E7C-8FCE-40D6-8BD2-A72850483234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C35B5F8-D458-41D7-B15D-D817105BCB2A}"/>
              </a:ext>
            </a:extLst>
          </p:cNvPr>
          <p:cNvSpPr txBox="1"/>
          <p:nvPr/>
        </p:nvSpPr>
        <p:spPr>
          <a:xfrm>
            <a:off x="6108192" y="3435096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0.32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7FC876E-12A2-4995-A580-34F2631E934B}"/>
              </a:ext>
            </a:extLst>
          </p:cNvPr>
          <p:cNvSpPr txBox="1"/>
          <p:nvPr/>
        </p:nvSpPr>
        <p:spPr>
          <a:xfrm>
            <a:off x="4802014" y="3421317"/>
            <a:ext cx="175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Brown </a:t>
            </a:r>
            <a:r>
              <a:rPr lang="es-ES" dirty="0" err="1">
                <a:solidFill>
                  <a:srgbClr val="00FFFF"/>
                </a:solidFill>
              </a:rPr>
              <a:t>cow</a:t>
            </a:r>
            <a:r>
              <a:rPr lang="es-ES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3BEB86-B13C-4B5C-A935-F0B7983C8DD9}"/>
              </a:ext>
            </a:extLst>
          </p:cNvPr>
          <p:cNvSpPr txBox="1"/>
          <p:nvPr/>
        </p:nvSpPr>
        <p:spPr>
          <a:xfrm>
            <a:off x="6712776" y="3282817"/>
            <a:ext cx="175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</a:t>
            </a:r>
            <a:r>
              <a:rPr lang="es-ES" dirty="0" err="1">
                <a:solidFill>
                  <a:srgbClr val="00FFFF"/>
                </a:solidFill>
              </a:rPr>
              <a:t>white</a:t>
            </a:r>
            <a:r>
              <a:rPr lang="es-ES" dirty="0">
                <a:solidFill>
                  <a:srgbClr val="00FFFF"/>
                </a:solidFill>
              </a:rPr>
              <a:t> animal</a:t>
            </a:r>
          </a:p>
          <a:p>
            <a:r>
              <a:rPr lang="es-ES" dirty="0">
                <a:solidFill>
                  <a:srgbClr val="00FFFF"/>
                </a:solidFill>
              </a:rPr>
              <a:t>0.28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9902654-F8CD-421C-A289-AA3BD6BFBFC4}"/>
              </a:ext>
            </a:extLst>
          </p:cNvPr>
          <p:cNvGrpSpPr/>
          <p:nvPr/>
        </p:nvGrpSpPr>
        <p:grpSpPr>
          <a:xfrm>
            <a:off x="3262149" y="5340306"/>
            <a:ext cx="2780093" cy="534459"/>
            <a:chOff x="1156090" y="1372300"/>
            <a:chExt cx="2780093" cy="534459"/>
          </a:xfrm>
        </p:grpSpPr>
        <p:sp>
          <p:nvSpPr>
            <p:cNvPr id="24" name="Rectángulo: esquinas redondeadas 23">
              <a:extLst>
                <a:ext uri="{FF2B5EF4-FFF2-40B4-BE49-F238E27FC236}">
                  <a16:creationId xmlns:a16="http://schemas.microsoft.com/office/drawing/2014/main" id="{1BBE91AF-48F8-48DD-83C2-49D334C46417}"/>
                </a:ext>
              </a:extLst>
            </p:cNvPr>
            <p:cNvSpPr/>
            <p:nvPr/>
          </p:nvSpPr>
          <p:spPr>
            <a:xfrm>
              <a:off x="1156090" y="1388696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B287A89B-BAED-47F4-9624-E6AE9A5D5152}"/>
                </a:ext>
              </a:extLst>
            </p:cNvPr>
            <p:cNvSpPr txBox="1"/>
            <p:nvPr/>
          </p:nvSpPr>
          <p:spPr>
            <a:xfrm>
              <a:off x="1284994" y="1372300"/>
              <a:ext cx="2651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Teddy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bear</a:t>
              </a:r>
              <a:endParaRPr lang="es-ES" sz="28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A3A45CBD-F1F2-760C-7718-FAD2A742B5B1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3901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231139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+ CLIP^2</a:t>
              </a:r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BD680F5A-9594-48C1-B7B1-79E39DE77CE6}"/>
              </a:ext>
            </a:extLst>
          </p:cNvPr>
          <p:cNvSpPr/>
          <p:nvPr/>
        </p:nvSpPr>
        <p:spPr>
          <a:xfrm>
            <a:off x="1941496" y="679044"/>
            <a:ext cx="95742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["a </a:t>
            </a:r>
            <a:r>
              <a:rPr lang="en-US" b="1" dirty="0" err="1">
                <a:latin typeface="Courier New" panose="02070309020205020404" pitchFamily="49" charset="0"/>
              </a:rPr>
              <a:t>sheep","a</a:t>
            </a:r>
            <a:r>
              <a:rPr lang="en-US" b="1" dirty="0">
                <a:latin typeface="Courier New" panose="02070309020205020404" pitchFamily="49" charset="0"/>
              </a:rPr>
              <a:t> small </a:t>
            </a:r>
            <a:r>
              <a:rPr lang="en-US" b="1" dirty="0" err="1">
                <a:latin typeface="Courier New" panose="02070309020205020404" pitchFamily="49" charset="0"/>
              </a:rPr>
              <a:t>sheep","a</a:t>
            </a:r>
            <a:r>
              <a:rPr lang="en-US" b="1" dirty="0">
                <a:latin typeface="Courier New" panose="02070309020205020404" pitchFamily="49" charset="0"/>
              </a:rPr>
              <a:t> big sheep"]</a:t>
            </a:r>
            <a:endParaRPr lang="en-US" b="1" dirty="0">
              <a:effectLst/>
              <a:latin typeface="Courier New" panose="02070309020205020404" pitchFamily="49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2ECA7D4-03B6-4F48-AEDC-9FE1C72AAA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9260" y="1997072"/>
            <a:ext cx="4606745" cy="3448653"/>
          </a:xfrm>
          <a:prstGeom prst="rect">
            <a:avLst/>
          </a:prstGeom>
        </p:spPr>
      </p:pic>
      <p:pic>
        <p:nvPicPr>
          <p:cNvPr id="27650" name="Picture 2">
            <a:extLst>
              <a:ext uri="{FF2B5EF4-FFF2-40B4-BE49-F238E27FC236}">
                <a16:creationId xmlns:a16="http://schemas.microsoft.com/office/drawing/2014/main" id="{BF2A1A62-4A8D-4A5B-A26E-E3A558DC5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6973" y="2015960"/>
            <a:ext cx="3978856" cy="33802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0241B6AB-94AE-4FB6-871A-71BD5175109D}"/>
              </a:ext>
            </a:extLst>
          </p:cNvPr>
          <p:cNvGrpSpPr/>
          <p:nvPr/>
        </p:nvGrpSpPr>
        <p:grpSpPr>
          <a:xfrm>
            <a:off x="883194" y="1236296"/>
            <a:ext cx="3029997" cy="530541"/>
            <a:chOff x="3306673" y="347399"/>
            <a:chExt cx="3029997" cy="530541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87D26FBD-A096-410A-9155-7F3653871FE7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C070D47E-1790-4AB3-BD28-017E0BEC4ECA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138679A-EB70-4158-B884-C67D7F4F9368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D7DD479-D892-46AF-ACF4-5D44A3607487}"/>
              </a:ext>
            </a:extLst>
          </p:cNvPr>
          <p:cNvSpPr txBox="1"/>
          <p:nvPr/>
        </p:nvSpPr>
        <p:spPr>
          <a:xfrm>
            <a:off x="6125440" y="332743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0.32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847F00D-77C7-4158-8F2E-7460F70C41E9}"/>
              </a:ext>
            </a:extLst>
          </p:cNvPr>
          <p:cNvSpPr txBox="1"/>
          <p:nvPr/>
        </p:nvSpPr>
        <p:spPr>
          <a:xfrm>
            <a:off x="4733918" y="3392133"/>
            <a:ext cx="1754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Brown </a:t>
            </a:r>
            <a:r>
              <a:rPr lang="es-ES" dirty="0" err="1">
                <a:solidFill>
                  <a:srgbClr val="00FFFF"/>
                </a:solidFill>
              </a:rPr>
              <a:t>cow</a:t>
            </a:r>
            <a:r>
              <a:rPr lang="es-ES" dirty="0">
                <a:solidFill>
                  <a:srgbClr val="00FFFF"/>
                </a:solidFill>
              </a:rPr>
              <a:t>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02BAFC2-9672-49A1-A8E2-F249A2FEC1C6}"/>
              </a:ext>
            </a:extLst>
          </p:cNvPr>
          <p:cNvSpPr txBox="1"/>
          <p:nvPr/>
        </p:nvSpPr>
        <p:spPr>
          <a:xfrm>
            <a:off x="6628888" y="3156917"/>
            <a:ext cx="1754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</a:t>
            </a:r>
            <a:r>
              <a:rPr lang="es-ES" dirty="0" err="1">
                <a:solidFill>
                  <a:srgbClr val="00FFFF"/>
                </a:solidFill>
              </a:rPr>
              <a:t>small</a:t>
            </a:r>
            <a:r>
              <a:rPr lang="es-ES" dirty="0">
                <a:solidFill>
                  <a:srgbClr val="00FFFF"/>
                </a:solidFill>
              </a:rPr>
              <a:t> </a:t>
            </a:r>
            <a:r>
              <a:rPr lang="es-ES" dirty="0" err="1">
                <a:solidFill>
                  <a:srgbClr val="00FFFF"/>
                </a:solidFill>
              </a:rPr>
              <a:t>sheep</a:t>
            </a:r>
            <a:r>
              <a:rPr lang="es-ES" dirty="0">
                <a:solidFill>
                  <a:srgbClr val="00FFFF"/>
                </a:solidFill>
              </a:rPr>
              <a:t> 0.26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04BC777B-06E5-4C6E-8C77-EBF8B8B50065}"/>
              </a:ext>
            </a:extLst>
          </p:cNvPr>
          <p:cNvGrpSpPr/>
          <p:nvPr/>
        </p:nvGrpSpPr>
        <p:grpSpPr>
          <a:xfrm>
            <a:off x="3262149" y="5340306"/>
            <a:ext cx="2780093" cy="534459"/>
            <a:chOff x="1156090" y="1372300"/>
            <a:chExt cx="2780093" cy="534459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4CC7257E-258A-46BC-B65A-6CA7342CF9BB}"/>
                </a:ext>
              </a:extLst>
            </p:cNvPr>
            <p:cNvSpPr/>
            <p:nvPr/>
          </p:nvSpPr>
          <p:spPr>
            <a:xfrm>
              <a:off x="1156090" y="1388696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0CBF1E5F-D615-411F-AA90-568A85A41500}"/>
                </a:ext>
              </a:extLst>
            </p:cNvPr>
            <p:cNvSpPr txBox="1"/>
            <p:nvPr/>
          </p:nvSpPr>
          <p:spPr>
            <a:xfrm>
              <a:off x="1284994" y="1372300"/>
              <a:ext cx="2651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Teddy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bear</a:t>
              </a:r>
              <a:endParaRPr lang="es-ES" sz="28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8" name="Rectángulo 7">
            <a:extLst>
              <a:ext uri="{FF2B5EF4-FFF2-40B4-BE49-F238E27FC236}">
                <a16:creationId xmlns:a16="http://schemas.microsoft.com/office/drawing/2014/main" id="{21EC3F72-381C-C137-915E-3D9D157E7472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48644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333758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</a:t>
              </a:r>
            </a:p>
          </p:txBody>
        </p:sp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241B6AB-94AE-4FB6-871A-71BD5175109D}"/>
              </a:ext>
            </a:extLst>
          </p:cNvPr>
          <p:cNvGrpSpPr/>
          <p:nvPr/>
        </p:nvGrpSpPr>
        <p:grpSpPr>
          <a:xfrm>
            <a:off x="883194" y="1338915"/>
            <a:ext cx="3029997" cy="530541"/>
            <a:chOff x="3306673" y="347399"/>
            <a:chExt cx="3029997" cy="530541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87D26FBD-A096-410A-9155-7F3653871FE7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C070D47E-1790-4AB3-BD28-017E0BEC4ECA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</a:t>
              </a: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138679A-EB70-4158-B884-C67D7F4F9368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179117BB-23B0-4387-A3BC-3A4393703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43" y="2077937"/>
            <a:ext cx="3004648" cy="34995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CE3BEB7-1F85-4552-B850-64116A69C1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178" y="2077937"/>
            <a:ext cx="2451291" cy="350029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AB3E948-22AF-4514-004B-366EED6F4448}"/>
              </a:ext>
            </a:extLst>
          </p:cNvPr>
          <p:cNvSpPr txBox="1"/>
          <p:nvPr/>
        </p:nvSpPr>
        <p:spPr>
          <a:xfrm>
            <a:off x="439187" y="602232"/>
            <a:ext cx="8139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The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difference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in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the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bounding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box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difference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might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be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linked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to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how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each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model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mask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the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objects</a:t>
            </a:r>
            <a:endParaRPr lang="es-E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A667BD8-9974-639E-8F1F-47525439049B}"/>
              </a:ext>
            </a:extLst>
          </p:cNvPr>
          <p:cNvSpPr txBox="1"/>
          <p:nvPr/>
        </p:nvSpPr>
        <p:spPr>
          <a:xfrm>
            <a:off x="502160" y="5642281"/>
            <a:ext cx="8451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SAM’S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mask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is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sharper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higher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resolution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,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but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for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a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deep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neural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network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like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CLIP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is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better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to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have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the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natural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padding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that</a:t>
            </a:r>
            <a:r>
              <a:rPr lang="es-ES" dirty="0">
                <a:latin typeface="Segoe UI Black" panose="020B0A02040204020203" pitchFamily="34" charset="0"/>
                <a:ea typeface="Segoe UI Black" panose="020B0A02040204020203" pitchFamily="34" charset="0"/>
              </a:rPr>
              <a:t> YOLO </a:t>
            </a:r>
            <a:r>
              <a:rPr lang="es-ES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provides</a:t>
            </a:r>
            <a:endParaRPr lang="es-ES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17ACC44-90A7-254E-D46B-B9945D161886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3B9A830-D488-BF52-73B8-41774816C2F2}"/>
              </a:ext>
            </a:extLst>
          </p:cNvPr>
          <p:cNvCxnSpPr>
            <a:cxnSpLocks/>
          </p:cNvCxnSpPr>
          <p:nvPr/>
        </p:nvCxnSpPr>
        <p:spPr>
          <a:xfrm flipH="1">
            <a:off x="3456432" y="4123944"/>
            <a:ext cx="851319" cy="33832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DA8E84AF-8BEF-7301-7A02-586C380FDE46}"/>
              </a:ext>
            </a:extLst>
          </p:cNvPr>
          <p:cNvCxnSpPr>
            <a:cxnSpLocks/>
          </p:cNvCxnSpPr>
          <p:nvPr/>
        </p:nvCxnSpPr>
        <p:spPr>
          <a:xfrm flipH="1">
            <a:off x="8235457" y="4247388"/>
            <a:ext cx="718043" cy="29413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8794CE51-2C00-85E1-6838-96B3BFE57782}"/>
              </a:ext>
            </a:extLst>
          </p:cNvPr>
          <p:cNvCxnSpPr>
            <a:cxnSpLocks/>
          </p:cNvCxnSpPr>
          <p:nvPr/>
        </p:nvCxnSpPr>
        <p:spPr>
          <a:xfrm>
            <a:off x="1003690" y="2013184"/>
            <a:ext cx="721478" cy="2461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771E55BF-754B-9919-E3C9-8ECE22F2AC74}"/>
              </a:ext>
            </a:extLst>
          </p:cNvPr>
          <p:cNvCxnSpPr>
            <a:cxnSpLocks/>
          </p:cNvCxnSpPr>
          <p:nvPr/>
        </p:nvCxnSpPr>
        <p:spPr>
          <a:xfrm>
            <a:off x="6089410" y="2196142"/>
            <a:ext cx="721478" cy="24617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056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231139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+ CLIP^2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41EF14F-2F43-422B-840B-87A73583DC5B}"/>
              </a:ext>
            </a:extLst>
          </p:cNvPr>
          <p:cNvSpPr/>
          <p:nvPr/>
        </p:nvSpPr>
        <p:spPr>
          <a:xfrm>
            <a:off x="1879321" y="664663"/>
            <a:ext cx="80269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["an animal similar to a </a:t>
            </a:r>
            <a:r>
              <a:rPr lang="en-US" b="1" dirty="0" err="1">
                <a:latin typeface="Courier New" panose="02070309020205020404" pitchFamily="49" charset="0"/>
              </a:rPr>
              <a:t>cloud","a</a:t>
            </a:r>
            <a:r>
              <a:rPr lang="en-US" b="1" dirty="0">
                <a:latin typeface="Courier New" panose="02070309020205020404" pitchFamily="49" charset="0"/>
              </a:rPr>
              <a:t> big sheep"]</a:t>
            </a:r>
            <a:endParaRPr lang="en-US" b="1" dirty="0">
              <a:effectLst/>
              <a:latin typeface="Courier New" panose="02070309020205020404" pitchFamily="49" charset="0"/>
            </a:endParaRPr>
          </a:p>
        </p:txBody>
      </p:sp>
      <p:pic>
        <p:nvPicPr>
          <p:cNvPr id="26628" name="Picture 4">
            <a:extLst>
              <a:ext uri="{FF2B5EF4-FFF2-40B4-BE49-F238E27FC236}">
                <a16:creationId xmlns:a16="http://schemas.microsoft.com/office/drawing/2014/main" id="{A1091686-DFB6-4E86-87DB-1B2665817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9050" y="2255132"/>
            <a:ext cx="3527048" cy="2952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>
            <a:extLst>
              <a:ext uri="{FF2B5EF4-FFF2-40B4-BE49-F238E27FC236}">
                <a16:creationId xmlns:a16="http://schemas.microsoft.com/office/drawing/2014/main" id="{5F2059C8-6ED5-43E0-AEE9-866DB9DAC5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8"/>
          <a:stretch/>
        </p:blipFill>
        <p:spPr bwMode="auto">
          <a:xfrm>
            <a:off x="210014" y="2255132"/>
            <a:ext cx="4938629" cy="295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20C27E8F-1ECE-4765-BA99-AC4C5DE3952C}"/>
              </a:ext>
            </a:extLst>
          </p:cNvPr>
          <p:cNvGrpSpPr/>
          <p:nvPr/>
        </p:nvGrpSpPr>
        <p:grpSpPr>
          <a:xfrm>
            <a:off x="883194" y="1236296"/>
            <a:ext cx="3029997" cy="530541"/>
            <a:chOff x="3306673" y="347399"/>
            <a:chExt cx="3029997" cy="530541"/>
          </a:xfrm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7E1EFA5E-9467-4333-A108-D3D910F83D7D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D4EEC052-FCD1-40D5-A1C4-D76E68E415D0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43D6263-9DA3-43E3-BB93-3D09BA92184C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2E89D9B-95B5-4197-993D-C74C066D39C6}"/>
              </a:ext>
            </a:extLst>
          </p:cNvPr>
          <p:cNvSpPr txBox="1"/>
          <p:nvPr/>
        </p:nvSpPr>
        <p:spPr>
          <a:xfrm>
            <a:off x="5067282" y="3329239"/>
            <a:ext cx="197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Brown </a:t>
            </a:r>
            <a:r>
              <a:rPr lang="es-ES" dirty="0" err="1">
                <a:solidFill>
                  <a:srgbClr val="00FFFF"/>
                </a:solidFill>
              </a:rPr>
              <a:t>cow</a:t>
            </a:r>
            <a:r>
              <a:rPr lang="es-ES" dirty="0">
                <a:solidFill>
                  <a:srgbClr val="00FFFF"/>
                </a:solidFill>
              </a:rPr>
              <a:t> 0.32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73D4535-C340-44CD-B21F-96D72F8594D3}"/>
              </a:ext>
            </a:extLst>
          </p:cNvPr>
          <p:cNvSpPr txBox="1"/>
          <p:nvPr/>
        </p:nvSpPr>
        <p:spPr>
          <a:xfrm>
            <a:off x="6847497" y="2867574"/>
            <a:ext cx="1754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err="1">
                <a:solidFill>
                  <a:srgbClr val="00FFFF"/>
                </a:solidFill>
              </a:rPr>
              <a:t>An</a:t>
            </a:r>
            <a:r>
              <a:rPr lang="es-ES" dirty="0">
                <a:solidFill>
                  <a:srgbClr val="00FFFF"/>
                </a:solidFill>
              </a:rPr>
              <a:t> animal similar </a:t>
            </a:r>
            <a:r>
              <a:rPr lang="es-ES" dirty="0" err="1">
                <a:solidFill>
                  <a:srgbClr val="00FFFF"/>
                </a:solidFill>
              </a:rPr>
              <a:t>to</a:t>
            </a:r>
            <a:r>
              <a:rPr lang="es-ES" dirty="0">
                <a:solidFill>
                  <a:srgbClr val="00FFFF"/>
                </a:solidFill>
              </a:rPr>
              <a:t> a </a:t>
            </a:r>
            <a:r>
              <a:rPr lang="es-ES" dirty="0" err="1">
                <a:solidFill>
                  <a:srgbClr val="00FFFF"/>
                </a:solidFill>
              </a:rPr>
              <a:t>cloud</a:t>
            </a:r>
            <a:r>
              <a:rPr lang="es-ES" dirty="0">
                <a:solidFill>
                  <a:srgbClr val="00FFFF"/>
                </a:solidFill>
              </a:rPr>
              <a:t> 0.26</a:t>
            </a:r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52E8AF6-2AB7-4480-9647-ED68CDA02ADA}"/>
              </a:ext>
            </a:extLst>
          </p:cNvPr>
          <p:cNvGrpSpPr/>
          <p:nvPr/>
        </p:nvGrpSpPr>
        <p:grpSpPr>
          <a:xfrm>
            <a:off x="3277154" y="5299365"/>
            <a:ext cx="2780093" cy="534459"/>
            <a:chOff x="1156090" y="1372300"/>
            <a:chExt cx="2780093" cy="534459"/>
          </a:xfrm>
        </p:grpSpPr>
        <p:sp>
          <p:nvSpPr>
            <p:cNvPr id="22" name="Rectángulo: esquinas redondeadas 21">
              <a:extLst>
                <a:ext uri="{FF2B5EF4-FFF2-40B4-BE49-F238E27FC236}">
                  <a16:creationId xmlns:a16="http://schemas.microsoft.com/office/drawing/2014/main" id="{5CE25DEE-2EE2-4E9C-8FE0-482E34B03B11}"/>
                </a:ext>
              </a:extLst>
            </p:cNvPr>
            <p:cNvSpPr/>
            <p:nvPr/>
          </p:nvSpPr>
          <p:spPr>
            <a:xfrm>
              <a:off x="1156090" y="1388696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871DAF3-55CB-4E63-97A5-B02E16796ECD}"/>
                </a:ext>
              </a:extLst>
            </p:cNvPr>
            <p:cNvSpPr txBox="1"/>
            <p:nvPr/>
          </p:nvSpPr>
          <p:spPr>
            <a:xfrm>
              <a:off x="1284994" y="1372300"/>
              <a:ext cx="2651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Teddy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bear</a:t>
              </a:r>
              <a:endParaRPr lang="es-ES" sz="28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55BCD066-54BE-9788-7BF5-526BDD604E61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3928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231139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+ CLIP^2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41EF14F-2F43-422B-840B-87A73583DC5B}"/>
              </a:ext>
            </a:extLst>
          </p:cNvPr>
          <p:cNvSpPr/>
          <p:nvPr/>
        </p:nvSpPr>
        <p:spPr>
          <a:xfrm>
            <a:off x="110058" y="619513"/>
            <a:ext cx="90339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["a closed book ","an open book", "a book cover", "a book fourth edition", "a soft cover book", "la mansion del </a:t>
            </a:r>
            <a:r>
              <a:rPr lang="en-US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acantilado</a:t>
            </a: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book", "a child book", "a teenager book"]</a:t>
            </a:r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0F3E4A25-3BD0-4B1B-A93D-87A23D4E78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57"/>
          <a:stretch/>
        </p:blipFill>
        <p:spPr bwMode="auto">
          <a:xfrm>
            <a:off x="110058" y="2007677"/>
            <a:ext cx="4765086" cy="3521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upo 14">
            <a:extLst>
              <a:ext uri="{FF2B5EF4-FFF2-40B4-BE49-F238E27FC236}">
                <a16:creationId xmlns:a16="http://schemas.microsoft.com/office/drawing/2014/main" id="{BB3CD411-F0C1-4ADC-B848-882CD2F675D9}"/>
              </a:ext>
            </a:extLst>
          </p:cNvPr>
          <p:cNvGrpSpPr/>
          <p:nvPr/>
        </p:nvGrpSpPr>
        <p:grpSpPr>
          <a:xfrm>
            <a:off x="883194" y="1236296"/>
            <a:ext cx="3029997" cy="530541"/>
            <a:chOff x="3306673" y="347399"/>
            <a:chExt cx="3029997" cy="530541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C474948E-EE31-466F-B53F-E65AB0D2621E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23ED8B44-73B3-45E7-B4F5-E7BB367EA161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pic>
        <p:nvPicPr>
          <p:cNvPr id="28676" name="Picture 4">
            <a:extLst>
              <a:ext uri="{FF2B5EF4-FFF2-40B4-BE49-F238E27FC236}">
                <a16:creationId xmlns:a16="http://schemas.microsoft.com/office/drawing/2014/main" id="{6400989B-9A7A-469D-9021-9B295DE78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398" y="2007677"/>
            <a:ext cx="4138482" cy="346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6C397095-732E-443F-A12D-9FE7100FD0CC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2C45295-5332-4248-8044-FAA467710CFE}"/>
              </a:ext>
            </a:extLst>
          </p:cNvPr>
          <p:cNvSpPr txBox="1"/>
          <p:nvPr/>
        </p:nvSpPr>
        <p:spPr>
          <a:xfrm>
            <a:off x="6369058" y="4178615"/>
            <a:ext cx="197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</a:t>
            </a:r>
            <a:r>
              <a:rPr lang="es-ES" dirty="0" err="1">
                <a:solidFill>
                  <a:srgbClr val="00FFFF"/>
                </a:solidFill>
              </a:rPr>
              <a:t>closed</a:t>
            </a:r>
            <a:r>
              <a:rPr lang="es-ES" dirty="0">
                <a:solidFill>
                  <a:srgbClr val="00FFFF"/>
                </a:solidFill>
              </a:rPr>
              <a:t> </a:t>
            </a:r>
            <a:r>
              <a:rPr lang="es-ES" dirty="0" err="1">
                <a:solidFill>
                  <a:srgbClr val="00FFFF"/>
                </a:solidFill>
              </a:rPr>
              <a:t>book</a:t>
            </a:r>
            <a:r>
              <a:rPr lang="es-ES" dirty="0">
                <a:solidFill>
                  <a:srgbClr val="00FFFF"/>
                </a:solidFill>
              </a:rPr>
              <a:t> 0.28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6E3B6BF0-4037-4439-98E9-852D63C6DDC0}"/>
              </a:ext>
            </a:extLst>
          </p:cNvPr>
          <p:cNvSpPr txBox="1"/>
          <p:nvPr/>
        </p:nvSpPr>
        <p:spPr>
          <a:xfrm>
            <a:off x="5088898" y="3901451"/>
            <a:ext cx="1970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rgbClr val="00FFFF"/>
                </a:solidFill>
              </a:rPr>
              <a:t>A </a:t>
            </a:r>
            <a:r>
              <a:rPr lang="es-ES" dirty="0" err="1">
                <a:solidFill>
                  <a:srgbClr val="00FFFF"/>
                </a:solidFill>
              </a:rPr>
              <a:t>closed</a:t>
            </a:r>
            <a:r>
              <a:rPr lang="es-ES" dirty="0">
                <a:solidFill>
                  <a:srgbClr val="00FFFF"/>
                </a:solidFill>
              </a:rPr>
              <a:t> </a:t>
            </a:r>
            <a:r>
              <a:rPr lang="es-ES" dirty="0" err="1">
                <a:solidFill>
                  <a:srgbClr val="00FFFF"/>
                </a:solidFill>
              </a:rPr>
              <a:t>book</a:t>
            </a:r>
            <a:r>
              <a:rPr lang="es-ES" dirty="0">
                <a:solidFill>
                  <a:srgbClr val="00FFFF"/>
                </a:solidFill>
              </a:rPr>
              <a:t> 0.28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7B63A05-A2D7-4D17-B9D7-F35AA6A0DFAE}"/>
              </a:ext>
            </a:extLst>
          </p:cNvPr>
          <p:cNvGrpSpPr/>
          <p:nvPr/>
        </p:nvGrpSpPr>
        <p:grpSpPr>
          <a:xfrm>
            <a:off x="3262149" y="5340306"/>
            <a:ext cx="2780093" cy="534459"/>
            <a:chOff x="1156090" y="1372300"/>
            <a:chExt cx="2780093" cy="534459"/>
          </a:xfrm>
        </p:grpSpPr>
        <p:sp>
          <p:nvSpPr>
            <p:cNvPr id="23" name="Rectángulo: esquinas redondeadas 22">
              <a:extLst>
                <a:ext uri="{FF2B5EF4-FFF2-40B4-BE49-F238E27FC236}">
                  <a16:creationId xmlns:a16="http://schemas.microsoft.com/office/drawing/2014/main" id="{B178A43D-9907-4E99-8668-94183BA1CFA8}"/>
                </a:ext>
              </a:extLst>
            </p:cNvPr>
            <p:cNvSpPr/>
            <p:nvPr/>
          </p:nvSpPr>
          <p:spPr>
            <a:xfrm>
              <a:off x="1156090" y="1388696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7A333952-633F-4761-80D4-FB3CA0CBC8B7}"/>
                </a:ext>
              </a:extLst>
            </p:cNvPr>
            <p:cNvSpPr txBox="1"/>
            <p:nvPr/>
          </p:nvSpPr>
          <p:spPr>
            <a:xfrm>
              <a:off x="1284994" y="1372300"/>
              <a:ext cx="2651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Book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86406032-A881-8480-A6B4-46643721B679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097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92113941-6437-49A0-A3D6-BAC824DA2DCF}"/>
              </a:ext>
            </a:extLst>
          </p:cNvPr>
          <p:cNvGrpSpPr/>
          <p:nvPr/>
        </p:nvGrpSpPr>
        <p:grpSpPr>
          <a:xfrm>
            <a:off x="5720826" y="1231139"/>
            <a:ext cx="3029997" cy="523220"/>
            <a:chOff x="3131703" y="3369995"/>
            <a:chExt cx="3029997" cy="523220"/>
          </a:xfrm>
        </p:grpSpPr>
        <p:sp>
          <p:nvSpPr>
            <p:cNvPr id="102" name="Rectángulo: esquinas redondeadas 101">
              <a:extLst>
                <a:ext uri="{FF2B5EF4-FFF2-40B4-BE49-F238E27FC236}">
                  <a16:creationId xmlns:a16="http://schemas.microsoft.com/office/drawing/2014/main" id="{D492DAAF-7930-412B-88F9-1215F90F756A}"/>
                </a:ext>
              </a:extLst>
            </p:cNvPr>
            <p:cNvSpPr/>
            <p:nvPr/>
          </p:nvSpPr>
          <p:spPr>
            <a:xfrm>
              <a:off x="3303660" y="3375152"/>
              <a:ext cx="2686084" cy="518063"/>
            </a:xfrm>
            <a:prstGeom prst="roundRect">
              <a:avLst>
                <a:gd name="adj" fmla="val 4121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3" name="CuadroTexto 102">
              <a:extLst>
                <a:ext uri="{FF2B5EF4-FFF2-40B4-BE49-F238E27FC236}">
                  <a16:creationId xmlns:a16="http://schemas.microsoft.com/office/drawing/2014/main" id="{5E26CE16-FF01-4155-904E-49B9CFEF7C81}"/>
                </a:ext>
              </a:extLst>
            </p:cNvPr>
            <p:cNvSpPr txBox="1"/>
            <p:nvPr/>
          </p:nvSpPr>
          <p:spPr>
            <a:xfrm>
              <a:off x="3131703" y="3369995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+ CLIP^2</a:t>
              </a:r>
            </a:p>
          </p:txBody>
        </p:sp>
      </p:grpSp>
      <p:sp>
        <p:nvSpPr>
          <p:cNvPr id="4" name="Rectángulo 3">
            <a:extLst>
              <a:ext uri="{FF2B5EF4-FFF2-40B4-BE49-F238E27FC236}">
                <a16:creationId xmlns:a16="http://schemas.microsoft.com/office/drawing/2014/main" id="{B41EF14F-2F43-422B-840B-87A73583DC5B}"/>
              </a:ext>
            </a:extLst>
          </p:cNvPr>
          <p:cNvSpPr/>
          <p:nvPr/>
        </p:nvSpPr>
        <p:spPr>
          <a:xfrm>
            <a:off x="1945752" y="659497"/>
            <a:ext cx="903657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["a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plastic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knife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","a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silver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knife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BB3CD411-F0C1-4ADC-B848-882CD2F675D9}"/>
              </a:ext>
            </a:extLst>
          </p:cNvPr>
          <p:cNvGrpSpPr/>
          <p:nvPr/>
        </p:nvGrpSpPr>
        <p:grpSpPr>
          <a:xfrm>
            <a:off x="883194" y="1236296"/>
            <a:ext cx="3029997" cy="530541"/>
            <a:chOff x="3306673" y="347399"/>
            <a:chExt cx="3029997" cy="530541"/>
          </a:xfrm>
        </p:grpSpPr>
        <p:sp>
          <p:nvSpPr>
            <p:cNvPr id="16" name="Rectángulo: esquinas redondeadas 15">
              <a:extLst>
                <a:ext uri="{FF2B5EF4-FFF2-40B4-BE49-F238E27FC236}">
                  <a16:creationId xmlns:a16="http://schemas.microsoft.com/office/drawing/2014/main" id="{C474948E-EE31-466F-B53F-E65AB0D2621E}"/>
                </a:ext>
              </a:extLst>
            </p:cNvPr>
            <p:cNvSpPr/>
            <p:nvPr/>
          </p:nvSpPr>
          <p:spPr>
            <a:xfrm>
              <a:off x="3427169" y="347399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rgbClr val="FFB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23ED8B44-73B3-45E7-B4F5-E7BB367EA161}"/>
                </a:ext>
              </a:extLst>
            </p:cNvPr>
            <p:cNvSpPr txBox="1"/>
            <p:nvPr/>
          </p:nvSpPr>
          <p:spPr>
            <a:xfrm>
              <a:off x="3306673" y="354720"/>
              <a:ext cx="30299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+ CLIP</a:t>
              </a:r>
            </a:p>
          </p:txBody>
        </p:sp>
      </p:grpSp>
      <p:pic>
        <p:nvPicPr>
          <p:cNvPr id="29700" name="Picture 4">
            <a:extLst>
              <a:ext uri="{FF2B5EF4-FFF2-40B4-BE49-F238E27FC236}">
                <a16:creationId xmlns:a16="http://schemas.microsoft.com/office/drawing/2014/main" id="{259DF5E1-68B5-43F6-870C-0C2E6ED0E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401" y="2111932"/>
            <a:ext cx="4045422" cy="338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8" name="Picture 2">
            <a:extLst>
              <a:ext uri="{FF2B5EF4-FFF2-40B4-BE49-F238E27FC236}">
                <a16:creationId xmlns:a16="http://schemas.microsoft.com/office/drawing/2014/main" id="{3945435C-46E4-4B1A-B80A-2DC0E63ADF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4"/>
          <a:stretch/>
        </p:blipFill>
        <p:spPr bwMode="auto">
          <a:xfrm>
            <a:off x="68771" y="2066460"/>
            <a:ext cx="5888436" cy="3427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B317F12-F35D-4A5C-8673-6B53F3A741FB}"/>
              </a:ext>
            </a:extLst>
          </p:cNvPr>
          <p:cNvSpPr txBox="1"/>
          <p:nvPr/>
        </p:nvSpPr>
        <p:spPr>
          <a:xfrm>
            <a:off x="2913603" y="10136"/>
            <a:ext cx="35365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Testing</a:t>
            </a:r>
            <a:r>
              <a:rPr lang="es-ES" sz="32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32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Prompts</a:t>
            </a:r>
            <a:endParaRPr lang="es-ES" sz="32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544704D4-CBEA-461D-9E56-8946413C552B}"/>
              </a:ext>
            </a:extLst>
          </p:cNvPr>
          <p:cNvGrpSpPr/>
          <p:nvPr/>
        </p:nvGrpSpPr>
        <p:grpSpPr>
          <a:xfrm>
            <a:off x="3262149" y="5340306"/>
            <a:ext cx="2780093" cy="534459"/>
            <a:chOff x="1156090" y="1372300"/>
            <a:chExt cx="2780093" cy="534459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3ACEA4C4-C656-4F7F-A887-CF6DAFF4EE6D}"/>
                </a:ext>
              </a:extLst>
            </p:cNvPr>
            <p:cNvSpPr/>
            <p:nvPr/>
          </p:nvSpPr>
          <p:spPr>
            <a:xfrm>
              <a:off x="1156090" y="1388696"/>
              <a:ext cx="2760536" cy="518063"/>
            </a:xfrm>
            <a:prstGeom prst="roundRect">
              <a:avLst>
                <a:gd name="adj" fmla="val 41219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7476276C-427D-480A-A408-728F6E0302E8}"/>
                </a:ext>
              </a:extLst>
            </p:cNvPr>
            <p:cNvSpPr txBox="1"/>
            <p:nvPr/>
          </p:nvSpPr>
          <p:spPr>
            <a:xfrm>
              <a:off x="1284994" y="1372300"/>
              <a:ext cx="26511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Knife</a:t>
              </a:r>
              <a:endParaRPr lang="es-ES" sz="28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E06E41A9-E500-F1E8-BE98-6DA8AF7AA24A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1495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F28A2C3-2CDC-437B-BC57-C4337405389B}"/>
              </a:ext>
            </a:extLst>
          </p:cNvPr>
          <p:cNvSpPr txBox="1"/>
          <p:nvPr/>
        </p:nvSpPr>
        <p:spPr>
          <a:xfrm>
            <a:off x="2481745" y="101019"/>
            <a:ext cx="4038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3600" dirty="0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Final </a:t>
            </a:r>
            <a:r>
              <a:rPr lang="es-ES" sz="3600" dirty="0" err="1">
                <a:solidFill>
                  <a:srgbClr val="223D7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conclusions</a:t>
            </a:r>
            <a:endParaRPr lang="es-ES" sz="3600" dirty="0">
              <a:solidFill>
                <a:schemeClr val="tx1">
                  <a:lumMod val="75000"/>
                  <a:lumOff val="25000"/>
                </a:schemeClr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04E23F2-77B1-4EC7-813D-F57BFBF741FB}"/>
              </a:ext>
            </a:extLst>
          </p:cNvPr>
          <p:cNvSpPr/>
          <p:nvPr/>
        </p:nvSpPr>
        <p:spPr>
          <a:xfrm>
            <a:off x="1454027" y="3566005"/>
            <a:ext cx="3279710" cy="1866364"/>
          </a:xfrm>
          <a:prstGeom prst="roundRect">
            <a:avLst>
              <a:gd name="adj" fmla="val 50000"/>
            </a:avLst>
          </a:prstGeom>
          <a:solidFill>
            <a:schemeClr val="accent4">
              <a:alpha val="6705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8EFC391-0D6D-4C84-B09E-CFBDE207889E}"/>
              </a:ext>
            </a:extLst>
          </p:cNvPr>
          <p:cNvSpPr txBox="1"/>
          <p:nvPr/>
        </p:nvSpPr>
        <p:spPr>
          <a:xfrm>
            <a:off x="1259783" y="870976"/>
            <a:ext cx="62788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There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are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advantages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and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disadvantages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to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both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methods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FFF73739-0FA4-4E34-B805-D3226C2EA51E}"/>
              </a:ext>
            </a:extLst>
          </p:cNvPr>
          <p:cNvGrpSpPr/>
          <p:nvPr/>
        </p:nvGrpSpPr>
        <p:grpSpPr>
          <a:xfrm>
            <a:off x="2413373" y="1948709"/>
            <a:ext cx="3279710" cy="1866364"/>
            <a:chOff x="1387977" y="3482413"/>
            <a:chExt cx="3279710" cy="1866364"/>
          </a:xfrm>
        </p:grpSpPr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0BD5B749-350E-4EFA-A963-FBDD038D3A98}"/>
                </a:ext>
              </a:extLst>
            </p:cNvPr>
            <p:cNvSpPr/>
            <p:nvPr/>
          </p:nvSpPr>
          <p:spPr>
            <a:xfrm>
              <a:off x="1387977" y="3482413"/>
              <a:ext cx="3279710" cy="1866364"/>
            </a:xfrm>
            <a:prstGeom prst="roundRect">
              <a:avLst>
                <a:gd name="adj" fmla="val 50000"/>
              </a:avLst>
            </a:prstGeom>
            <a:solidFill>
              <a:srgbClr val="FF99FF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4B2E21B1-5956-4CDD-BDEE-AAC9D0125249}"/>
                </a:ext>
              </a:extLst>
            </p:cNvPr>
            <p:cNvSpPr txBox="1"/>
            <p:nvPr/>
          </p:nvSpPr>
          <p:spPr>
            <a:xfrm>
              <a:off x="1593558" y="3714714"/>
              <a:ext cx="286854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YOLO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is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fast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and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accurate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but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limited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endParaRPr lang="es-ES" sz="24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1E593354-C877-4465-807A-4A120EEAED61}"/>
              </a:ext>
            </a:extLst>
          </p:cNvPr>
          <p:cNvGrpSpPr/>
          <p:nvPr/>
        </p:nvGrpSpPr>
        <p:grpSpPr>
          <a:xfrm>
            <a:off x="5082193" y="2734538"/>
            <a:ext cx="3279710" cy="2410139"/>
            <a:chOff x="5135093" y="2152335"/>
            <a:chExt cx="3279710" cy="2410139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B1B16405-623C-4E00-8112-30CE544EA96E}"/>
                </a:ext>
              </a:extLst>
            </p:cNvPr>
            <p:cNvSpPr/>
            <p:nvPr/>
          </p:nvSpPr>
          <p:spPr>
            <a:xfrm>
              <a:off x="5135093" y="2152335"/>
              <a:ext cx="3279710" cy="2410139"/>
            </a:xfrm>
            <a:prstGeom prst="roundRect">
              <a:avLst>
                <a:gd name="adj" fmla="val 39329"/>
              </a:avLst>
            </a:prstGeom>
            <a:solidFill>
              <a:srgbClr val="F5B68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C9F656E-03CD-4E1D-91CE-3B8CEA07B02D}"/>
                </a:ext>
              </a:extLst>
            </p:cNvPr>
            <p:cNvSpPr txBox="1"/>
            <p:nvPr/>
          </p:nvSpPr>
          <p:spPr>
            <a:xfrm>
              <a:off x="5340674" y="2268422"/>
              <a:ext cx="2868548" cy="22467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SAM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is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slow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,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offers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more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flexibility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but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this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can lead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to</a:t>
              </a:r>
              <a:r>
                <a:rPr lang="es-ES" sz="2800" dirty="0">
                  <a:latin typeface="Segoe UI Black" panose="020B0A02040204020203" pitchFamily="34" charset="0"/>
                  <a:ea typeface="Segoe UI Black" panose="020B0A02040204020203" pitchFamily="34" charset="0"/>
                </a:rPr>
                <a:t> </a:t>
              </a:r>
              <a:r>
                <a:rPr lang="es-ES" sz="2800" dirty="0" err="1">
                  <a:latin typeface="Segoe UI Black" panose="020B0A02040204020203" pitchFamily="34" charset="0"/>
                  <a:ea typeface="Segoe UI Black" panose="020B0A02040204020203" pitchFamily="34" charset="0"/>
                </a:rPr>
                <a:t>ambiguity</a:t>
              </a:r>
              <a:endParaRPr lang="es-ES" sz="2400" dirty="0"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2EA8312-88AD-4388-B97C-41D7A1E20B64}"/>
              </a:ext>
            </a:extLst>
          </p:cNvPr>
          <p:cNvSpPr txBox="1"/>
          <p:nvPr/>
        </p:nvSpPr>
        <p:spPr>
          <a:xfrm>
            <a:off x="1675229" y="3836647"/>
            <a:ext cx="286854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Potential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for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object</a:t>
            </a:r>
            <a:r>
              <a:rPr lang="es-ES" sz="28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s-ES" sz="2800" dirty="0" err="1">
                <a:latin typeface="Segoe UI Black" panose="020B0A02040204020203" pitchFamily="34" charset="0"/>
                <a:ea typeface="Segoe UI Black" panose="020B0A02040204020203" pitchFamily="34" charset="0"/>
              </a:rPr>
              <a:t>understanding</a:t>
            </a:r>
            <a:endParaRPr lang="es-ES" sz="2400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C739F7A-91F9-2311-FCA9-5E343398CFBC}"/>
              </a:ext>
            </a:extLst>
          </p:cNvPr>
          <p:cNvSpPr/>
          <p:nvPr/>
        </p:nvSpPr>
        <p:spPr>
          <a:xfrm>
            <a:off x="0" y="6238638"/>
            <a:ext cx="9144000" cy="619361"/>
          </a:xfrm>
          <a:prstGeom prst="rect">
            <a:avLst/>
          </a:prstGeom>
          <a:solidFill>
            <a:srgbClr val="223D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58311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705</TotalTime>
  <Words>510</Words>
  <Application>Microsoft Office PowerPoint</Application>
  <PresentationFormat>Presentación en pantalla (4:3)</PresentationFormat>
  <Paragraphs>138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Courier New</vt:lpstr>
      <vt:lpstr>Segoe UI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Maria Sanchez Sarsa</dc:creator>
  <cp:lastModifiedBy>María Sánchez</cp:lastModifiedBy>
  <cp:revision>80</cp:revision>
  <dcterms:created xsi:type="dcterms:W3CDTF">2025-05-24T17:55:08Z</dcterms:created>
  <dcterms:modified xsi:type="dcterms:W3CDTF">2026-06-16T08:46:15Z</dcterms:modified>
</cp:coreProperties>
</file>